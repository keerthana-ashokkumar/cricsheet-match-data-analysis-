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103A4-50BA-40F3-A0E3-C0AEF549B506}" v="99" dt="2026-08-02T08:35:08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ksha bala" userId="f0ffb5c5be3c5847" providerId="LiveId" clId="{47027C4A-3378-41F7-8578-DC1D8E969A41}"/>
    <pc:docChg chg="undo custSel addSld delSld modSld">
      <pc:chgData name="subiksha bala" userId="f0ffb5c5be3c5847" providerId="LiveId" clId="{47027C4A-3378-41F7-8578-DC1D8E969A41}" dt="2026-08-02T08:35:47.154" v="780" actId="20577"/>
      <pc:docMkLst>
        <pc:docMk/>
      </pc:docMkLst>
      <pc:sldChg chg="addSp delSp modSp mod">
        <pc:chgData name="subiksha bala" userId="f0ffb5c5be3c5847" providerId="LiveId" clId="{47027C4A-3378-41F7-8578-DC1D8E969A41}" dt="2026-08-02T06:23:21.917" v="679" actId="122"/>
        <pc:sldMkLst>
          <pc:docMk/>
          <pc:sldMk cId="3979123581" sldId="257"/>
        </pc:sldMkLst>
        <pc:spChg chg="add del mod">
          <ac:chgData name="subiksha bala" userId="f0ffb5c5be3c5847" providerId="LiveId" clId="{47027C4A-3378-41F7-8578-DC1D8E969A41}" dt="2026-08-02T06:21:04.385" v="600"/>
          <ac:spMkLst>
            <pc:docMk/>
            <pc:sldMk cId="3979123581" sldId="257"/>
            <ac:spMk id="3" creationId="{09322C1A-07B7-F651-D802-E875F6EB6A9E}"/>
          </ac:spMkLst>
        </pc:spChg>
        <pc:spChg chg="add mod">
          <ac:chgData name="subiksha bala" userId="f0ffb5c5be3c5847" providerId="LiveId" clId="{47027C4A-3378-41F7-8578-DC1D8E969A41}" dt="2026-08-02T06:23:21.917" v="679" actId="122"/>
          <ac:spMkLst>
            <pc:docMk/>
            <pc:sldMk cId="3979123581" sldId="257"/>
            <ac:spMk id="4" creationId="{701A3448-8B50-B566-0C95-142621317EC4}"/>
          </ac:spMkLst>
        </pc:spChg>
        <pc:spChg chg="del">
          <ac:chgData name="subiksha bala" userId="f0ffb5c5be3c5847" providerId="LiveId" clId="{47027C4A-3378-41F7-8578-DC1D8E969A41}" dt="2026-08-02T06:20:56.752" v="599" actId="21"/>
          <ac:spMkLst>
            <pc:docMk/>
            <pc:sldMk cId="3979123581" sldId="257"/>
            <ac:spMk id="7" creationId="{7DDA6635-DEBF-EB21-6E78-2493A6B01A34}"/>
          </ac:spMkLst>
        </pc:spChg>
      </pc:sldChg>
      <pc:sldChg chg="modSp mod">
        <pc:chgData name="subiksha bala" userId="f0ffb5c5be3c5847" providerId="LiveId" clId="{47027C4A-3378-41F7-8578-DC1D8E969A41}" dt="2026-08-02T08:35:47.154" v="780" actId="20577"/>
        <pc:sldMkLst>
          <pc:docMk/>
          <pc:sldMk cId="1839730493" sldId="258"/>
        </pc:sldMkLst>
        <pc:graphicFrameChg chg="modGraphic">
          <ac:chgData name="subiksha bala" userId="f0ffb5c5be3c5847" providerId="LiveId" clId="{47027C4A-3378-41F7-8578-DC1D8E969A41}" dt="2026-08-02T08:35:47.154" v="780" actId="20577"/>
          <ac:graphicFrameMkLst>
            <pc:docMk/>
            <pc:sldMk cId="1839730493" sldId="258"/>
            <ac:graphicFrameMk id="29" creationId="{7E38E117-E308-11C8-FC0B-98A834BD7A06}"/>
          </ac:graphicFrameMkLst>
        </pc:graphicFrameChg>
        <pc:graphicFrameChg chg="modGraphic">
          <ac:chgData name="subiksha bala" userId="f0ffb5c5be3c5847" providerId="LiveId" clId="{47027C4A-3378-41F7-8578-DC1D8E969A41}" dt="2026-08-02T04:53:45.340" v="150" actId="120"/>
          <ac:graphicFrameMkLst>
            <pc:docMk/>
            <pc:sldMk cId="1839730493" sldId="258"/>
            <ac:graphicFrameMk id="33" creationId="{798DD49B-272A-D3A7-EB70-6AF7723A562D}"/>
          </ac:graphicFrameMkLst>
        </pc:graphicFrameChg>
      </pc:sldChg>
      <pc:sldChg chg="modSp mod">
        <pc:chgData name="subiksha bala" userId="f0ffb5c5be3c5847" providerId="LiveId" clId="{47027C4A-3378-41F7-8578-DC1D8E969A41}" dt="2026-08-02T04:47:57.057" v="72" actId="114"/>
        <pc:sldMkLst>
          <pc:docMk/>
          <pc:sldMk cId="1949794841" sldId="260"/>
        </pc:sldMkLst>
        <pc:spChg chg="mod">
          <ac:chgData name="subiksha bala" userId="f0ffb5c5be3c5847" providerId="LiveId" clId="{47027C4A-3378-41F7-8578-DC1D8E969A41}" dt="2026-08-02T04:47:57.057" v="72" actId="114"/>
          <ac:spMkLst>
            <pc:docMk/>
            <pc:sldMk cId="1949794841" sldId="260"/>
            <ac:spMk id="31" creationId="{0ED5B25B-F197-3F59-AF66-D7E0C23A259D}"/>
          </ac:spMkLst>
        </pc:spChg>
      </pc:sldChg>
      <pc:sldChg chg="delSp modSp mod">
        <pc:chgData name="subiksha bala" userId="f0ffb5c5be3c5847" providerId="LiveId" clId="{47027C4A-3378-41F7-8578-DC1D8E969A41}" dt="2026-08-02T04:50:48.593" v="123" actId="404"/>
        <pc:sldMkLst>
          <pc:docMk/>
          <pc:sldMk cId="3377199930" sldId="261"/>
        </pc:sldMkLst>
        <pc:spChg chg="mod">
          <ac:chgData name="subiksha bala" userId="f0ffb5c5be3c5847" providerId="LiveId" clId="{47027C4A-3378-41F7-8578-DC1D8E969A41}" dt="2026-08-02T04:49:04.447" v="78" actId="207"/>
          <ac:spMkLst>
            <pc:docMk/>
            <pc:sldMk cId="3377199930" sldId="261"/>
            <ac:spMk id="13" creationId="{1BA8A16B-0418-5345-A44F-991210390D4D}"/>
          </ac:spMkLst>
        </pc:spChg>
        <pc:spChg chg="mod">
          <ac:chgData name="subiksha bala" userId="f0ffb5c5be3c5847" providerId="LiveId" clId="{47027C4A-3378-41F7-8578-DC1D8E969A41}" dt="2026-08-02T04:50:48.593" v="123" actId="404"/>
          <ac:spMkLst>
            <pc:docMk/>
            <pc:sldMk cId="3377199930" sldId="261"/>
            <ac:spMk id="15" creationId="{F4FDE151-9B5D-29D0-7C11-FF186804FD55}"/>
          </ac:spMkLst>
        </pc:spChg>
        <pc:spChg chg="mod">
          <ac:chgData name="subiksha bala" userId="f0ffb5c5be3c5847" providerId="LiveId" clId="{47027C4A-3378-41F7-8578-DC1D8E969A41}" dt="2026-08-02T04:49:30.739" v="86" actId="20577"/>
          <ac:spMkLst>
            <pc:docMk/>
            <pc:sldMk cId="3377199930" sldId="261"/>
            <ac:spMk id="17" creationId="{0354072F-8048-9CD7-FD97-C1B24FC851C6}"/>
          </ac:spMkLst>
        </pc:spChg>
        <pc:spChg chg="mod">
          <ac:chgData name="subiksha bala" userId="f0ffb5c5be3c5847" providerId="LiveId" clId="{47027C4A-3378-41F7-8578-DC1D8E969A41}" dt="2026-08-02T04:49:11.368" v="80" actId="207"/>
          <ac:spMkLst>
            <pc:docMk/>
            <pc:sldMk cId="3377199930" sldId="261"/>
            <ac:spMk id="19" creationId="{43253AD4-28D4-5DD2-D578-7B082D90CC1E}"/>
          </ac:spMkLst>
        </pc:spChg>
        <pc:spChg chg="mod">
          <ac:chgData name="subiksha bala" userId="f0ffb5c5be3c5847" providerId="LiveId" clId="{47027C4A-3378-41F7-8578-DC1D8E969A41}" dt="2026-08-02T04:49:38.870" v="91" actId="404"/>
          <ac:spMkLst>
            <pc:docMk/>
            <pc:sldMk cId="3377199930" sldId="261"/>
            <ac:spMk id="21" creationId="{73DBB1A0-E7BB-FD9E-6381-8CE5D6AAEB2E}"/>
          </ac:spMkLst>
        </pc:spChg>
        <pc:spChg chg="mod">
          <ac:chgData name="subiksha bala" userId="f0ffb5c5be3c5847" providerId="LiveId" clId="{47027C4A-3378-41F7-8578-DC1D8E969A41}" dt="2026-08-02T04:49:15.635" v="81" actId="207"/>
          <ac:spMkLst>
            <pc:docMk/>
            <pc:sldMk cId="3377199930" sldId="261"/>
            <ac:spMk id="25" creationId="{A42B4AE8-5FAC-ED0D-BEB1-FCE09BF77DE5}"/>
          </ac:spMkLst>
        </pc:spChg>
        <pc:spChg chg="mod">
          <ac:chgData name="subiksha bala" userId="f0ffb5c5be3c5847" providerId="LiveId" clId="{47027C4A-3378-41F7-8578-DC1D8E969A41}" dt="2026-08-02T04:50:41.244" v="122" actId="404"/>
          <ac:spMkLst>
            <pc:docMk/>
            <pc:sldMk cId="3377199930" sldId="261"/>
            <ac:spMk id="27" creationId="{5169388E-0EC8-93AE-0B09-230E9E684F10}"/>
          </ac:spMkLst>
        </pc:spChg>
        <pc:spChg chg="del">
          <ac:chgData name="subiksha bala" userId="f0ffb5c5be3c5847" providerId="LiveId" clId="{47027C4A-3378-41F7-8578-DC1D8E969A41}" dt="2026-08-02T04:48:50.619" v="77" actId="21"/>
          <ac:spMkLst>
            <pc:docMk/>
            <pc:sldMk cId="3377199930" sldId="261"/>
            <ac:spMk id="29" creationId="{D7B534F1-25BA-2530-5FE1-436955CCD111}"/>
          </ac:spMkLst>
        </pc:spChg>
        <pc:graphicFrameChg chg="mod">
          <ac:chgData name="subiksha bala" userId="f0ffb5c5be3c5847" providerId="LiveId" clId="{47027C4A-3378-41F7-8578-DC1D8E969A41}" dt="2026-08-02T04:47:06.248" v="61"/>
          <ac:graphicFrameMkLst>
            <pc:docMk/>
            <pc:sldMk cId="3377199930" sldId="261"/>
            <ac:graphicFrameMk id="9" creationId="{9C15AF8D-A067-7162-9D59-BF8EEEDD78AD}"/>
          </ac:graphicFrameMkLst>
        </pc:graphicFrameChg>
      </pc:sldChg>
      <pc:sldChg chg="addSp delSp modSp new mod">
        <pc:chgData name="subiksha bala" userId="f0ffb5c5be3c5847" providerId="LiveId" clId="{47027C4A-3378-41F7-8578-DC1D8E969A41}" dt="2026-08-02T04:53:17.874" v="144" actId="122"/>
        <pc:sldMkLst>
          <pc:docMk/>
          <pc:sldMk cId="2718915012" sldId="262"/>
        </pc:sldMkLst>
        <pc:spChg chg="del">
          <ac:chgData name="subiksha bala" userId="f0ffb5c5be3c5847" providerId="LiveId" clId="{47027C4A-3378-41F7-8578-DC1D8E969A41}" dt="2026-08-02T04:51:27.574" v="125" actId="21"/>
          <ac:spMkLst>
            <pc:docMk/>
            <pc:sldMk cId="2718915012" sldId="262"/>
            <ac:spMk id="2" creationId="{BDDF2CD4-9C48-8C2B-F7A5-01A7A38EB5F8}"/>
          </ac:spMkLst>
        </pc:spChg>
        <pc:spChg chg="del">
          <ac:chgData name="subiksha bala" userId="f0ffb5c5be3c5847" providerId="LiveId" clId="{47027C4A-3378-41F7-8578-DC1D8E969A41}" dt="2026-08-02T04:51:27.574" v="125" actId="21"/>
          <ac:spMkLst>
            <pc:docMk/>
            <pc:sldMk cId="2718915012" sldId="262"/>
            <ac:spMk id="3" creationId="{400F8E3C-7E98-9615-E7D2-37F215BC271E}"/>
          </ac:spMkLst>
        </pc:spChg>
        <pc:spChg chg="add del">
          <ac:chgData name="subiksha bala" userId="f0ffb5c5be3c5847" providerId="LiveId" clId="{47027C4A-3378-41F7-8578-DC1D8E969A41}" dt="2026-08-02T04:51:44.899" v="127" actId="21"/>
          <ac:spMkLst>
            <pc:docMk/>
            <pc:sldMk cId="2718915012" sldId="262"/>
            <ac:spMk id="5" creationId="{36052A82-CC38-906F-6F07-A3784F9D4F9C}"/>
          </ac:spMkLst>
        </pc:spChg>
        <pc:spChg chg="add mod">
          <ac:chgData name="subiksha bala" userId="f0ffb5c5be3c5847" providerId="LiveId" clId="{47027C4A-3378-41F7-8578-DC1D8E969A41}" dt="2026-08-02T04:52:04.651" v="130" actId="207"/>
          <ac:spMkLst>
            <pc:docMk/>
            <pc:sldMk cId="2718915012" sldId="262"/>
            <ac:spMk id="7" creationId="{71865A7D-3647-155C-39E3-DDBA6E6EE61C}"/>
          </ac:spMkLst>
        </pc:spChg>
        <pc:spChg chg="add del mod">
          <ac:chgData name="subiksha bala" userId="f0ffb5c5be3c5847" providerId="LiveId" clId="{47027C4A-3378-41F7-8578-DC1D8E969A41}" dt="2026-08-02T04:52:25.491" v="138" actId="21"/>
          <ac:spMkLst>
            <pc:docMk/>
            <pc:sldMk cId="2718915012" sldId="262"/>
            <ac:spMk id="11" creationId="{180390FF-7262-A48D-1B7F-8A7E389EEA63}"/>
          </ac:spMkLst>
        </pc:spChg>
        <pc:spChg chg="add mod">
          <ac:chgData name="subiksha bala" userId="f0ffb5c5be3c5847" providerId="LiveId" clId="{47027C4A-3378-41F7-8578-DC1D8E969A41}" dt="2026-08-02T04:53:06.236" v="142" actId="1076"/>
          <ac:spMkLst>
            <pc:docMk/>
            <pc:sldMk cId="2718915012" sldId="262"/>
            <ac:spMk id="13" creationId="{A5692C55-D7AA-B7DF-69FB-A129AD778C1C}"/>
          </ac:spMkLst>
        </pc:spChg>
        <pc:spChg chg="add del">
          <ac:chgData name="subiksha bala" userId="f0ffb5c5be3c5847" providerId="LiveId" clId="{47027C4A-3378-41F7-8578-DC1D8E969A41}" dt="2026-08-02T04:51:55.064" v="128" actId="21"/>
          <ac:spMkLst>
            <pc:docMk/>
            <pc:sldMk cId="2718915012" sldId="262"/>
            <ac:spMk id="15" creationId="{ED7D5AAD-B548-2339-4052-5E355C1AB9F8}"/>
          </ac:spMkLst>
        </pc:spChg>
        <pc:spChg chg="add">
          <ac:chgData name="subiksha bala" userId="f0ffb5c5be3c5847" providerId="LiveId" clId="{47027C4A-3378-41F7-8578-DC1D8E969A41}" dt="2026-08-02T04:51:36.599" v="126" actId="22"/>
          <ac:spMkLst>
            <pc:docMk/>
            <pc:sldMk cId="2718915012" sldId="262"/>
            <ac:spMk id="17" creationId="{A7D3A101-D12E-180C-803E-F9052690E302}"/>
          </ac:spMkLst>
        </pc:spChg>
        <pc:graphicFrameChg chg="add modGraphic">
          <ac:chgData name="subiksha bala" userId="f0ffb5c5be3c5847" providerId="LiveId" clId="{47027C4A-3378-41F7-8578-DC1D8E969A41}" dt="2026-08-02T04:53:17.874" v="144" actId="122"/>
          <ac:graphicFrameMkLst>
            <pc:docMk/>
            <pc:sldMk cId="2718915012" sldId="262"/>
            <ac:graphicFrameMk id="9" creationId="{2390CCCD-9170-60CB-C9E2-F8B8D6D80CE1}"/>
          </ac:graphicFrameMkLst>
        </pc:graphicFrameChg>
      </pc:sldChg>
      <pc:sldChg chg="addSp delSp modSp new mod">
        <pc:chgData name="subiksha bala" userId="f0ffb5c5be3c5847" providerId="LiveId" clId="{47027C4A-3378-41F7-8578-DC1D8E969A41}" dt="2026-08-02T06:27:51.876" v="714" actId="113"/>
        <pc:sldMkLst>
          <pc:docMk/>
          <pc:sldMk cId="2646478412" sldId="263"/>
        </pc:sldMkLst>
        <pc:spChg chg="del">
          <ac:chgData name="subiksha bala" userId="f0ffb5c5be3c5847" providerId="LiveId" clId="{47027C4A-3378-41F7-8578-DC1D8E969A41}" dt="2026-08-02T04:54:31.068" v="155" actId="21"/>
          <ac:spMkLst>
            <pc:docMk/>
            <pc:sldMk cId="2646478412" sldId="263"/>
            <ac:spMk id="2" creationId="{830075DF-6357-0399-977F-909FABFE4F53}"/>
          </ac:spMkLst>
        </pc:spChg>
        <pc:spChg chg="del">
          <ac:chgData name="subiksha bala" userId="f0ffb5c5be3c5847" providerId="LiveId" clId="{47027C4A-3378-41F7-8578-DC1D8E969A41}" dt="2026-08-02T04:54:28.046" v="154" actId="21"/>
          <ac:spMkLst>
            <pc:docMk/>
            <pc:sldMk cId="2646478412" sldId="263"/>
            <ac:spMk id="3" creationId="{BF0DEE27-5890-9F6B-273B-FFCCD3531201}"/>
          </ac:spMkLst>
        </pc:spChg>
        <pc:spChg chg="add del">
          <ac:chgData name="subiksha bala" userId="f0ffb5c5be3c5847" providerId="LiveId" clId="{47027C4A-3378-41F7-8578-DC1D8E969A41}" dt="2026-08-02T04:54:49.289" v="158" actId="21"/>
          <ac:spMkLst>
            <pc:docMk/>
            <pc:sldMk cId="2646478412" sldId="263"/>
            <ac:spMk id="5" creationId="{E13F2810-3AF7-2A73-3939-15B5F7967C5F}"/>
          </ac:spMkLst>
        </pc:spChg>
        <pc:spChg chg="add mod">
          <ac:chgData name="subiksha bala" userId="f0ffb5c5be3c5847" providerId="LiveId" clId="{47027C4A-3378-41F7-8578-DC1D8E969A41}" dt="2026-08-02T04:54:53.004" v="159" actId="207"/>
          <ac:spMkLst>
            <pc:docMk/>
            <pc:sldMk cId="2646478412" sldId="263"/>
            <ac:spMk id="7" creationId="{C7E7B16C-09F7-602C-E405-019AE30E2418}"/>
          </ac:spMkLst>
        </pc:spChg>
        <pc:spChg chg="add mod">
          <ac:chgData name="subiksha bala" userId="f0ffb5c5be3c5847" providerId="LiveId" clId="{47027C4A-3378-41F7-8578-DC1D8E969A41}" dt="2026-08-02T04:55:08.143" v="163" actId="207"/>
          <ac:spMkLst>
            <pc:docMk/>
            <pc:sldMk cId="2646478412" sldId="263"/>
            <ac:spMk id="11" creationId="{FC5B4051-0042-122A-ABD8-831FE30D5DE0}"/>
          </ac:spMkLst>
        </pc:spChg>
        <pc:spChg chg="add del mod">
          <ac:chgData name="subiksha bala" userId="f0ffb5c5be3c5847" providerId="LiveId" clId="{47027C4A-3378-41F7-8578-DC1D8E969A41}" dt="2026-08-02T04:55:00.954" v="161" actId="21"/>
          <ac:spMkLst>
            <pc:docMk/>
            <pc:sldMk cId="2646478412" sldId="263"/>
            <ac:spMk id="15" creationId="{95CC72CD-5864-303E-4D12-74872C091E37}"/>
          </ac:spMkLst>
        </pc:spChg>
        <pc:spChg chg="add mod">
          <ac:chgData name="subiksha bala" userId="f0ffb5c5be3c5847" providerId="LiveId" clId="{47027C4A-3378-41F7-8578-DC1D8E969A41}" dt="2026-08-02T04:55:19.301" v="165" actId="207"/>
          <ac:spMkLst>
            <pc:docMk/>
            <pc:sldMk cId="2646478412" sldId="263"/>
            <ac:spMk id="17" creationId="{6E03173A-51A0-E52F-2427-B1E2617BB7D2}"/>
          </ac:spMkLst>
        </pc:spChg>
        <pc:spChg chg="add mod">
          <ac:chgData name="subiksha bala" userId="f0ffb5c5be3c5847" providerId="LiveId" clId="{47027C4A-3378-41F7-8578-DC1D8E969A41}" dt="2026-08-02T06:27:09.200" v="698" actId="403"/>
          <ac:spMkLst>
            <pc:docMk/>
            <pc:sldMk cId="2646478412" sldId="263"/>
            <ac:spMk id="19" creationId="{08599D0A-F0D9-24A0-129F-293C7019B69F}"/>
          </ac:spMkLst>
        </pc:spChg>
        <pc:spChg chg="add mod">
          <ac:chgData name="subiksha bala" userId="f0ffb5c5be3c5847" providerId="LiveId" clId="{47027C4A-3378-41F7-8578-DC1D8E969A41}" dt="2026-08-02T06:27:51.876" v="714" actId="113"/>
          <ac:spMkLst>
            <pc:docMk/>
            <pc:sldMk cId="2646478412" sldId="263"/>
            <ac:spMk id="21" creationId="{9135A32A-944C-6009-1E57-F01E0F4F491F}"/>
          </ac:spMkLst>
        </pc:spChg>
        <pc:spChg chg="add del">
          <ac:chgData name="subiksha bala" userId="f0ffb5c5be3c5847" providerId="LiveId" clId="{47027C4A-3378-41F7-8578-DC1D8E969A41}" dt="2026-08-02T04:54:46.458" v="157" actId="21"/>
          <ac:spMkLst>
            <pc:docMk/>
            <pc:sldMk cId="2646478412" sldId="263"/>
            <ac:spMk id="23" creationId="{092E9F22-DC2B-1461-AFE2-193D4189C38C}"/>
          </ac:spMkLst>
        </pc:spChg>
        <pc:spChg chg="add">
          <ac:chgData name="subiksha bala" userId="f0ffb5c5be3c5847" providerId="LiveId" clId="{47027C4A-3378-41F7-8578-DC1D8E969A41}" dt="2026-08-02T04:54:38.873" v="156" actId="22"/>
          <ac:spMkLst>
            <pc:docMk/>
            <pc:sldMk cId="2646478412" sldId="263"/>
            <ac:spMk id="25" creationId="{C5CC9D2D-6661-940B-338D-E9A472DBD59A}"/>
          </ac:spMkLst>
        </pc:spChg>
        <pc:graphicFrameChg chg="add mod">
          <ac:chgData name="subiksha bala" userId="f0ffb5c5be3c5847" providerId="LiveId" clId="{47027C4A-3378-41F7-8578-DC1D8E969A41}" dt="2026-08-02T04:56:32.575" v="171" actId="207"/>
          <ac:graphicFrameMkLst>
            <pc:docMk/>
            <pc:sldMk cId="2646478412" sldId="263"/>
            <ac:graphicFrameMk id="9" creationId="{7A11348A-755B-EB16-D4B6-749D049D7A5D}"/>
          </ac:graphicFrameMkLst>
        </pc:graphicFrameChg>
        <pc:graphicFrameChg chg="modGraphic">
          <ac:chgData name="subiksha bala" userId="f0ffb5c5be3c5847" providerId="LiveId" clId="{47027C4A-3378-41F7-8578-DC1D8E969A41}" dt="2026-08-02T04:55:03.139" v="162" actId="14734"/>
          <ac:graphicFrameMkLst>
            <pc:docMk/>
            <pc:sldMk cId="2646478412" sldId="263"/>
            <ac:graphicFrameMk id="13" creationId="{74CFF650-F373-FF42-5849-1D20F22749E1}"/>
          </ac:graphicFrameMkLst>
        </pc:graphicFrameChg>
      </pc:sldChg>
      <pc:sldChg chg="addSp delSp modSp new mod">
        <pc:chgData name="subiksha bala" userId="f0ffb5c5be3c5847" providerId="LiveId" clId="{47027C4A-3378-41F7-8578-DC1D8E969A41}" dt="2026-08-02T06:28:38.342" v="721" actId="403"/>
        <pc:sldMkLst>
          <pc:docMk/>
          <pc:sldMk cId="1874182303" sldId="264"/>
        </pc:sldMkLst>
        <pc:spChg chg="del">
          <ac:chgData name="subiksha bala" userId="f0ffb5c5be3c5847" providerId="LiveId" clId="{47027C4A-3378-41F7-8578-DC1D8E969A41}" dt="2026-08-02T04:57:11.642" v="175" actId="21"/>
          <ac:spMkLst>
            <pc:docMk/>
            <pc:sldMk cId="1874182303" sldId="264"/>
            <ac:spMk id="2" creationId="{AD095E23-5DF1-842B-CBF2-051B9BA869D9}"/>
          </ac:spMkLst>
        </pc:spChg>
        <pc:spChg chg="del">
          <ac:chgData name="subiksha bala" userId="f0ffb5c5be3c5847" providerId="LiveId" clId="{47027C4A-3378-41F7-8578-DC1D8E969A41}" dt="2026-08-02T04:57:14.888" v="176" actId="21"/>
          <ac:spMkLst>
            <pc:docMk/>
            <pc:sldMk cId="1874182303" sldId="264"/>
            <ac:spMk id="3" creationId="{2E0D96E2-C502-8394-75C0-8104CB7B5D0A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5" creationId="{2D8392D1-13F2-490C-995B-BCCC88279FB6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7" creationId="{EA41AF3F-ECD4-4DE1-893C-ED13ED79C423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11" creationId="{3ACF7DCD-BAE0-749E-4C86-9082D1E3DE26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13" creationId="{416D805D-078B-B208-3971-3E2A4435B1E1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17" creationId="{548DDCCF-F56F-9A6F-DBB6-93E6C119D6DE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21" creationId="{53469592-424A-98D4-2C28-D4BDD5A0F075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23" creationId="{93B24FBE-475D-2BD5-DD36-DDF481F14F8F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27" creationId="{C9F7EA69-CCE7-7B6C-966E-1658CF16CE78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29" creationId="{EBB08DC1-1D60-086B-1101-201BA0C9DA01}"/>
          </ac:spMkLst>
        </pc:spChg>
        <pc:spChg chg="add del">
          <ac:chgData name="subiksha bala" userId="f0ffb5c5be3c5847" providerId="LiveId" clId="{47027C4A-3378-41F7-8578-DC1D8E969A41}" dt="2026-08-02T04:57:08.129" v="174" actId="22"/>
          <ac:spMkLst>
            <pc:docMk/>
            <pc:sldMk cId="1874182303" sldId="264"/>
            <ac:spMk id="31" creationId="{2BE7C882-A9EA-B2D1-3D65-022DB9F4392E}"/>
          </ac:spMkLst>
        </pc:spChg>
        <pc:spChg chg="add del">
          <ac:chgData name="subiksha bala" userId="f0ffb5c5be3c5847" providerId="LiveId" clId="{47027C4A-3378-41F7-8578-DC1D8E969A41}" dt="2026-08-02T04:57:38.343" v="182" actId="21"/>
          <ac:spMkLst>
            <pc:docMk/>
            <pc:sldMk cId="1874182303" sldId="264"/>
            <ac:spMk id="33" creationId="{53412E28-DE2B-1BB4-B34D-E7AE8761185B}"/>
          </ac:spMkLst>
        </pc:spChg>
        <pc:spChg chg="add del mod">
          <ac:chgData name="subiksha bala" userId="f0ffb5c5be3c5847" providerId="LiveId" clId="{47027C4A-3378-41F7-8578-DC1D8E969A41}" dt="2026-08-02T04:57:58.789" v="183" actId="207"/>
          <ac:spMkLst>
            <pc:docMk/>
            <pc:sldMk cId="1874182303" sldId="264"/>
            <ac:spMk id="35" creationId="{B16B1BEE-A93E-1837-3F03-F4EA61439C78}"/>
          </ac:spMkLst>
        </pc:spChg>
        <pc:spChg chg="add del mod">
          <ac:chgData name="subiksha bala" userId="f0ffb5c5be3c5847" providerId="LiveId" clId="{47027C4A-3378-41F7-8578-DC1D8E969A41}" dt="2026-08-02T04:58:04.851" v="185" actId="21"/>
          <ac:spMkLst>
            <pc:docMk/>
            <pc:sldMk cId="1874182303" sldId="264"/>
            <ac:spMk id="39" creationId="{23B9AC46-2E44-862C-8A7A-BD4218112760}"/>
          </ac:spMkLst>
        </pc:spChg>
        <pc:spChg chg="add del mod">
          <ac:chgData name="subiksha bala" userId="f0ffb5c5be3c5847" providerId="LiveId" clId="{47027C4A-3378-41F7-8578-DC1D8E969A41}" dt="2026-08-02T04:58:38.649" v="194" actId="207"/>
          <ac:spMkLst>
            <pc:docMk/>
            <pc:sldMk cId="1874182303" sldId="264"/>
            <ac:spMk id="41" creationId="{63A3D6AF-E8DD-83EC-592E-325767C140DA}"/>
          </ac:spMkLst>
        </pc:spChg>
        <pc:spChg chg="add del mod">
          <ac:chgData name="subiksha bala" userId="f0ffb5c5be3c5847" providerId="LiveId" clId="{47027C4A-3378-41F7-8578-DC1D8E969A41}" dt="2026-08-02T06:28:09.315" v="717" actId="404"/>
          <ac:spMkLst>
            <pc:docMk/>
            <pc:sldMk cId="1874182303" sldId="264"/>
            <ac:spMk id="43" creationId="{046FD9CA-6447-7186-B178-11E1EADE950D}"/>
          </ac:spMkLst>
        </pc:spChg>
        <pc:spChg chg="add del mod">
          <ac:chgData name="subiksha bala" userId="f0ffb5c5be3c5847" providerId="LiveId" clId="{47027C4A-3378-41F7-8578-DC1D8E969A41}" dt="2026-08-02T04:58:15.250" v="189" actId="21"/>
          <ac:spMkLst>
            <pc:docMk/>
            <pc:sldMk cId="1874182303" sldId="264"/>
            <ac:spMk id="45" creationId="{444DA0EA-F1BE-6E25-2DB2-8855BB34BEB9}"/>
          </ac:spMkLst>
        </pc:spChg>
        <pc:spChg chg="add del mod">
          <ac:chgData name="subiksha bala" userId="f0ffb5c5be3c5847" providerId="LiveId" clId="{47027C4A-3378-41F7-8578-DC1D8E969A41}" dt="2026-08-02T04:58:47.100" v="196" actId="207"/>
          <ac:spMkLst>
            <pc:docMk/>
            <pc:sldMk cId="1874182303" sldId="264"/>
            <ac:spMk id="47" creationId="{67DCB89F-1BD6-46AF-3DA4-372885F11CB1}"/>
          </ac:spMkLst>
        </pc:spChg>
        <pc:spChg chg="mod">
          <ac:chgData name="subiksha bala" userId="f0ffb5c5be3c5847" providerId="LiveId" clId="{47027C4A-3378-41F7-8578-DC1D8E969A41}" dt="2026-08-02T06:28:38.342" v="721" actId="403"/>
          <ac:spMkLst>
            <pc:docMk/>
            <pc:sldMk cId="1874182303" sldId="264"/>
            <ac:spMk id="49" creationId="{45AD87AF-8D2B-CC9A-B908-EE4DD913835A}"/>
          </ac:spMkLst>
        </pc:spChg>
        <pc:spChg chg="del mod">
          <ac:chgData name="subiksha bala" userId="f0ffb5c5be3c5847" providerId="LiveId" clId="{47027C4A-3378-41F7-8578-DC1D8E969A41}" dt="2026-08-02T04:58:22.754" v="192" actId="21"/>
          <ac:spMkLst>
            <pc:docMk/>
            <pc:sldMk cId="1874182303" sldId="264"/>
            <ac:spMk id="51" creationId="{86008A4B-A9D9-B293-9D0D-60CD2554331D}"/>
          </ac:spMkLst>
        </pc:spChg>
        <pc:spChg chg="mod">
          <ac:chgData name="subiksha bala" userId="f0ffb5c5be3c5847" providerId="LiveId" clId="{47027C4A-3378-41F7-8578-DC1D8E969A41}" dt="2026-08-02T04:58:49.803" v="197" actId="207"/>
          <ac:spMkLst>
            <pc:docMk/>
            <pc:sldMk cId="1874182303" sldId="264"/>
            <ac:spMk id="53" creationId="{2D48F574-576C-9F4B-6DFD-8965AAA834E8}"/>
          </ac:spMkLst>
        </pc:spChg>
        <pc:spChg chg="add del mod">
          <ac:chgData name="subiksha bala" userId="f0ffb5c5be3c5847" providerId="LiveId" clId="{47027C4A-3378-41F7-8578-DC1D8E969A41}" dt="2026-08-02T06:28:29.141" v="720" actId="403"/>
          <ac:spMkLst>
            <pc:docMk/>
            <pc:sldMk cId="1874182303" sldId="264"/>
            <ac:spMk id="55" creationId="{FEC47C18-ED06-D254-291D-BD79CFFBE845}"/>
          </ac:spMkLst>
        </pc:spChg>
        <pc:spChg chg="add del mod">
          <ac:chgData name="subiksha bala" userId="f0ffb5c5be3c5847" providerId="LiveId" clId="{47027C4A-3378-41F7-8578-DC1D8E969A41}" dt="2026-08-02T04:57:35.288" v="181" actId="21"/>
          <ac:spMkLst>
            <pc:docMk/>
            <pc:sldMk cId="1874182303" sldId="264"/>
            <ac:spMk id="57" creationId="{4B2820BF-55A6-90FC-AFF5-FF59B3D7CB9E}"/>
          </ac:spMkLst>
        </pc:spChg>
        <pc:spChg chg="add del">
          <ac:chgData name="subiksha bala" userId="f0ffb5c5be3c5847" providerId="LiveId" clId="{47027C4A-3378-41F7-8578-DC1D8E969A41}" dt="2026-08-02T04:57:28.524" v="179" actId="21"/>
          <ac:spMkLst>
            <pc:docMk/>
            <pc:sldMk cId="1874182303" sldId="264"/>
            <ac:spMk id="59" creationId="{FFCA5664-FC88-99BD-1C86-8EF0DD5DA851}"/>
          </ac:spMkLst>
        </pc:spChg>
        <pc:graphicFrameChg chg="mod">
          <ac:chgData name="subiksha bala" userId="f0ffb5c5be3c5847" providerId="LiveId" clId="{47027C4A-3378-41F7-8578-DC1D8E969A41}" dt="2026-08-02T04:59:04.300" v="198" actId="207"/>
          <ac:graphicFrameMkLst>
            <pc:docMk/>
            <pc:sldMk cId="1874182303" sldId="264"/>
            <ac:graphicFrameMk id="37" creationId="{70384246-3428-DCFD-5A54-A14EC6391D80}"/>
          </ac:graphicFrameMkLst>
        </pc:graphicFrameChg>
      </pc:sldChg>
      <pc:sldChg chg="addSp delSp modSp new del mod">
        <pc:chgData name="subiksha bala" userId="f0ffb5c5be3c5847" providerId="LiveId" clId="{47027C4A-3378-41F7-8578-DC1D8E969A41}" dt="2026-08-02T05:26:51.421" v="346" actId="2696"/>
        <pc:sldMkLst>
          <pc:docMk/>
          <pc:sldMk cId="3829748363" sldId="265"/>
        </pc:sldMkLst>
        <pc:spChg chg="del">
          <ac:chgData name="subiksha bala" userId="f0ffb5c5be3c5847" providerId="LiveId" clId="{47027C4A-3378-41F7-8578-DC1D8E969A41}" dt="2026-08-02T04:59:52.652" v="200" actId="21"/>
          <ac:spMkLst>
            <pc:docMk/>
            <pc:sldMk cId="3829748363" sldId="265"/>
            <ac:spMk id="2" creationId="{4AE103E1-8F3E-459E-C2F9-1520F5908ACE}"/>
          </ac:spMkLst>
        </pc:spChg>
        <pc:spChg chg="del">
          <ac:chgData name="subiksha bala" userId="f0ffb5c5be3c5847" providerId="LiveId" clId="{47027C4A-3378-41F7-8578-DC1D8E969A41}" dt="2026-08-02T04:59:55.978" v="201" actId="21"/>
          <ac:spMkLst>
            <pc:docMk/>
            <pc:sldMk cId="3829748363" sldId="265"/>
            <ac:spMk id="3" creationId="{FEBC3A2B-F52E-52E8-803E-3C3472F8926B}"/>
          </ac:spMkLst>
        </pc:spChg>
        <pc:spChg chg="add mod">
          <ac:chgData name="subiksha bala" userId="f0ffb5c5be3c5847" providerId="LiveId" clId="{47027C4A-3378-41F7-8578-DC1D8E969A41}" dt="2026-08-02T05:05:20.269" v="241" actId="1076"/>
          <ac:spMkLst>
            <pc:docMk/>
            <pc:sldMk cId="3829748363" sldId="265"/>
            <ac:spMk id="5" creationId="{AF5D72DB-B1A2-81B3-22E9-6E129BBAFDFA}"/>
          </ac:spMkLst>
        </pc:spChg>
        <pc:spChg chg="add mod">
          <ac:chgData name="subiksha bala" userId="f0ffb5c5be3c5847" providerId="LiveId" clId="{47027C4A-3378-41F7-8578-DC1D8E969A41}" dt="2026-08-02T05:04:36.022" v="217" actId="1076"/>
          <ac:spMkLst>
            <pc:docMk/>
            <pc:sldMk cId="3829748363" sldId="265"/>
            <ac:spMk id="7" creationId="{B44D0474-DBC2-43C9-25B9-E4184BCE7F86}"/>
          </ac:spMkLst>
        </pc:spChg>
        <pc:spChg chg="add mod">
          <ac:chgData name="subiksha bala" userId="f0ffb5c5be3c5847" providerId="LiveId" clId="{47027C4A-3378-41F7-8578-DC1D8E969A41}" dt="2026-08-02T05:05:55.877" v="249" actId="207"/>
          <ac:spMkLst>
            <pc:docMk/>
            <pc:sldMk cId="3829748363" sldId="265"/>
            <ac:spMk id="11" creationId="{B5C4D47C-B067-2DF3-786E-EDCDBD69BF96}"/>
          </ac:spMkLst>
        </pc:spChg>
        <pc:spChg chg="add">
          <ac:chgData name="subiksha bala" userId="f0ffb5c5be3c5847" providerId="LiveId" clId="{47027C4A-3378-41F7-8578-DC1D8E969A41}" dt="2026-08-02T05:00:03.306" v="202" actId="22"/>
          <ac:spMkLst>
            <pc:docMk/>
            <pc:sldMk cId="3829748363" sldId="265"/>
            <ac:spMk id="13" creationId="{5EFE8E36-6A51-FAAD-CD59-44EDCBD19067}"/>
          </ac:spMkLst>
        </pc:spChg>
        <pc:spChg chg="add">
          <ac:chgData name="subiksha bala" userId="f0ffb5c5be3c5847" providerId="LiveId" clId="{47027C4A-3378-41F7-8578-DC1D8E969A41}" dt="2026-08-02T05:00:03.306" v="202" actId="22"/>
          <ac:spMkLst>
            <pc:docMk/>
            <pc:sldMk cId="3829748363" sldId="265"/>
            <ac:spMk id="15" creationId="{32B64857-8905-79A2-3063-A7EEC8783EED}"/>
          </ac:spMkLst>
        </pc:spChg>
        <pc:graphicFrameChg chg="add del">
          <ac:chgData name="subiksha bala" userId="f0ffb5c5be3c5847" providerId="LiveId" clId="{47027C4A-3378-41F7-8578-DC1D8E969A41}" dt="2026-08-02T05:03:48.769" v="207" actId="21"/>
          <ac:graphicFrameMkLst>
            <pc:docMk/>
            <pc:sldMk cId="3829748363" sldId="265"/>
            <ac:graphicFrameMk id="9" creationId="{4349B3B7-FCAF-FB5E-037D-624BF7D46D48}"/>
          </ac:graphicFrameMkLst>
        </pc:graphicFrameChg>
        <pc:picChg chg="add mod">
          <ac:chgData name="subiksha bala" userId="f0ffb5c5be3c5847" providerId="LiveId" clId="{47027C4A-3378-41F7-8578-DC1D8E969A41}" dt="2026-08-02T05:04:10.300" v="212" actId="1076"/>
          <ac:picMkLst>
            <pc:docMk/>
            <pc:sldMk cId="3829748363" sldId="265"/>
            <ac:picMk id="16" creationId="{81482598-E630-5579-57DF-ACF434C3E6DA}"/>
          </ac:picMkLst>
        </pc:picChg>
      </pc:sldChg>
      <pc:sldChg chg="addSp delSp modSp new mod">
        <pc:chgData name="subiksha bala" userId="f0ffb5c5be3c5847" providerId="LiveId" clId="{47027C4A-3378-41F7-8578-DC1D8E969A41}" dt="2026-08-02T05:26:46.332" v="345" actId="1076"/>
        <pc:sldMkLst>
          <pc:docMk/>
          <pc:sldMk cId="427259020" sldId="266"/>
        </pc:sldMkLst>
        <pc:spChg chg="del">
          <ac:chgData name="subiksha bala" userId="f0ffb5c5be3c5847" providerId="LiveId" clId="{47027C4A-3378-41F7-8578-DC1D8E969A41}" dt="2026-08-02T05:12:17.246" v="251" actId="21"/>
          <ac:spMkLst>
            <pc:docMk/>
            <pc:sldMk cId="427259020" sldId="266"/>
            <ac:spMk id="2" creationId="{DFDB955A-5E16-EB4C-ED66-B54332A4566D}"/>
          </ac:spMkLst>
        </pc:spChg>
        <pc:spChg chg="del">
          <ac:chgData name="subiksha bala" userId="f0ffb5c5be3c5847" providerId="LiveId" clId="{47027C4A-3378-41F7-8578-DC1D8E969A41}" dt="2026-08-02T05:12:20.358" v="252" actId="21"/>
          <ac:spMkLst>
            <pc:docMk/>
            <pc:sldMk cId="427259020" sldId="266"/>
            <ac:spMk id="3" creationId="{8CD7EEA4-9CA6-4E2E-72AA-5FC4A88A1249}"/>
          </ac:spMkLst>
        </pc:spChg>
        <pc:spChg chg="add mod">
          <ac:chgData name="subiksha bala" userId="f0ffb5c5be3c5847" providerId="LiveId" clId="{47027C4A-3378-41F7-8578-DC1D8E969A41}" dt="2026-08-02T05:23:35.153" v="337" actId="20577"/>
          <ac:spMkLst>
            <pc:docMk/>
            <pc:sldMk cId="427259020" sldId="266"/>
            <ac:spMk id="4" creationId="{A5970D2D-0FCE-7287-BDB7-8D109B015089}"/>
          </ac:spMkLst>
        </pc:spChg>
        <pc:spChg chg="add del mod">
          <ac:chgData name="subiksha bala" userId="f0ffb5c5be3c5847" providerId="LiveId" clId="{47027C4A-3378-41F7-8578-DC1D8E969A41}" dt="2026-08-02T05:25:37.158" v="340" actId="21"/>
          <ac:spMkLst>
            <pc:docMk/>
            <pc:sldMk cId="427259020" sldId="266"/>
            <ac:spMk id="6" creationId="{0AE236D9-E1FB-7A03-3638-854C3AE3B9E8}"/>
          </ac:spMkLst>
        </pc:spChg>
        <pc:spChg chg="add del mod">
          <ac:chgData name="subiksha bala" userId="f0ffb5c5be3c5847" providerId="LiveId" clId="{47027C4A-3378-41F7-8578-DC1D8E969A41}" dt="2026-08-02T05:22:53.340" v="265" actId="22"/>
          <ac:spMkLst>
            <pc:docMk/>
            <pc:sldMk cId="427259020" sldId="266"/>
            <ac:spMk id="7" creationId="{1BC21FF2-A263-B5C5-2343-8EF0AADE1FC6}"/>
          </ac:spMkLst>
        </pc:spChg>
        <pc:spChg chg="add mod">
          <ac:chgData name="subiksha bala" userId="f0ffb5c5be3c5847" providerId="LiveId" clId="{47027C4A-3378-41F7-8578-DC1D8E969A41}" dt="2026-08-02T05:26:46.332" v="345" actId="1076"/>
          <ac:spMkLst>
            <pc:docMk/>
            <pc:sldMk cId="427259020" sldId="266"/>
            <ac:spMk id="11" creationId="{692AF6D9-4D3E-85F2-B0D9-62C5DAB85543}"/>
          </ac:spMkLst>
        </pc:spChg>
        <pc:picChg chg="add del mod">
          <ac:chgData name="subiksha bala" userId="f0ffb5c5be3c5847" providerId="LiveId" clId="{47027C4A-3378-41F7-8578-DC1D8E969A41}" dt="2026-08-02T05:22:46.107" v="264" actId="21"/>
          <ac:picMkLst>
            <pc:docMk/>
            <pc:sldMk cId="427259020" sldId="266"/>
            <ac:picMk id="5" creationId="{67EF80E8-1F22-C13B-5018-6B84D129CCB5}"/>
          </ac:picMkLst>
        </pc:picChg>
        <pc:picChg chg="add mod">
          <ac:chgData name="subiksha bala" userId="f0ffb5c5be3c5847" providerId="LiveId" clId="{47027C4A-3378-41F7-8578-DC1D8E969A41}" dt="2026-08-02T05:26:35.980" v="342" actId="1076"/>
          <ac:picMkLst>
            <pc:docMk/>
            <pc:sldMk cId="427259020" sldId="266"/>
            <ac:picMk id="9" creationId="{C354A676-81F5-B70B-AAA3-AE50BB536312}"/>
          </ac:picMkLst>
        </pc:picChg>
      </pc:sldChg>
      <pc:sldChg chg="addSp delSp modSp new del mod">
        <pc:chgData name="subiksha bala" userId="f0ffb5c5be3c5847" providerId="LiveId" clId="{47027C4A-3378-41F7-8578-DC1D8E969A41}" dt="2026-08-02T05:05:27.293" v="242" actId="2696"/>
        <pc:sldMkLst>
          <pc:docMk/>
          <pc:sldMk cId="3683551111" sldId="266"/>
        </pc:sldMkLst>
        <pc:spChg chg="del">
          <ac:chgData name="subiksha bala" userId="f0ffb5c5be3c5847" providerId="LiveId" clId="{47027C4A-3378-41F7-8578-DC1D8E969A41}" dt="2026-08-02T05:03:14.273" v="204"/>
          <ac:spMkLst>
            <pc:docMk/>
            <pc:sldMk cId="3683551111" sldId="266"/>
            <ac:spMk id="3" creationId="{16CBF3CD-2F2A-CEBF-8322-668588376A64}"/>
          </ac:spMkLst>
        </pc:spChg>
        <pc:picChg chg="add mod modCrop">
          <ac:chgData name="subiksha bala" userId="f0ffb5c5be3c5847" providerId="LiveId" clId="{47027C4A-3378-41F7-8578-DC1D8E969A41}" dt="2026-08-02T05:03:37.788" v="206" actId="732"/>
          <ac:picMkLst>
            <pc:docMk/>
            <pc:sldMk cId="3683551111" sldId="266"/>
            <ac:picMk id="4" creationId="{45E7BB5D-2209-5642-BEB5-8E133E5FA6DF}"/>
          </ac:picMkLst>
        </pc:picChg>
      </pc:sldChg>
      <pc:sldChg chg="addSp delSp modSp new del mod">
        <pc:chgData name="subiksha bala" userId="f0ffb5c5be3c5847" providerId="LiveId" clId="{47027C4A-3378-41F7-8578-DC1D8E969A41}" dt="2026-08-02T05:34:44.755" v="416" actId="2696"/>
        <pc:sldMkLst>
          <pc:docMk/>
          <pc:sldMk cId="4010548186" sldId="267"/>
        </pc:sldMkLst>
        <pc:spChg chg="del">
          <ac:chgData name="subiksha bala" userId="f0ffb5c5be3c5847" providerId="LiveId" clId="{47027C4A-3378-41F7-8578-DC1D8E969A41}" dt="2026-08-02T05:31:09.819" v="348"/>
          <ac:spMkLst>
            <pc:docMk/>
            <pc:sldMk cId="4010548186" sldId="267"/>
            <ac:spMk id="3" creationId="{4C7235FA-9632-8AB3-AD81-6B6FDD9B9B90}"/>
          </ac:spMkLst>
        </pc:spChg>
        <pc:graphicFrameChg chg="add del modGraphic">
          <ac:chgData name="subiksha bala" userId="f0ffb5c5be3c5847" providerId="LiveId" clId="{47027C4A-3378-41F7-8578-DC1D8E969A41}" dt="2026-08-02T05:32:31.823" v="359" actId="21"/>
          <ac:graphicFrameMkLst>
            <pc:docMk/>
            <pc:sldMk cId="4010548186" sldId="267"/>
            <ac:graphicFrameMk id="6" creationId="{090A1DA4-ED7E-F5F2-008A-6013A6752B75}"/>
          </ac:graphicFrameMkLst>
        </pc:graphicFrameChg>
        <pc:picChg chg="add mod modCrop">
          <ac:chgData name="subiksha bala" userId="f0ffb5c5be3c5847" providerId="LiveId" clId="{47027C4A-3378-41F7-8578-DC1D8E969A41}" dt="2026-08-02T05:32:08.801" v="356" actId="732"/>
          <ac:picMkLst>
            <pc:docMk/>
            <pc:sldMk cId="4010548186" sldId="267"/>
            <ac:picMk id="4" creationId="{8899F804-7C55-584F-B7B1-8E12D1AD60EC}"/>
          </ac:picMkLst>
        </pc:picChg>
      </pc:sldChg>
      <pc:sldChg chg="addSp delSp modSp new del mod">
        <pc:chgData name="subiksha bala" userId="f0ffb5c5be3c5847" providerId="LiveId" clId="{47027C4A-3378-41F7-8578-DC1D8E969A41}" dt="2026-08-02T05:23:48.371" v="339" actId="2696"/>
        <pc:sldMkLst>
          <pc:docMk/>
          <pc:sldMk cId="4038910952" sldId="267"/>
        </pc:sldMkLst>
        <pc:spChg chg="del">
          <ac:chgData name="subiksha bala" userId="f0ffb5c5be3c5847" providerId="LiveId" clId="{47027C4A-3378-41F7-8578-DC1D8E969A41}" dt="2026-08-02T05:21:57.427" v="255" actId="21"/>
          <ac:spMkLst>
            <pc:docMk/>
            <pc:sldMk cId="4038910952" sldId="267"/>
            <ac:spMk id="2" creationId="{8111EC49-AAB1-8936-95B4-70D8062F81CB}"/>
          </ac:spMkLst>
        </pc:spChg>
        <pc:spChg chg="del">
          <ac:chgData name="subiksha bala" userId="f0ffb5c5be3c5847" providerId="LiveId" clId="{47027C4A-3378-41F7-8578-DC1D8E969A41}" dt="2026-08-02T05:22:00.273" v="256" actId="21"/>
          <ac:spMkLst>
            <pc:docMk/>
            <pc:sldMk cId="4038910952" sldId="267"/>
            <ac:spMk id="3" creationId="{094BE7B7-3925-C531-77E5-EC73820D79FC}"/>
          </ac:spMkLst>
        </pc:spChg>
        <pc:spChg chg="add del mod">
          <ac:chgData name="subiksha bala" userId="f0ffb5c5be3c5847" providerId="LiveId" clId="{47027C4A-3378-41F7-8578-DC1D8E969A41}" dt="2026-08-02T05:22:05.316" v="258" actId="21"/>
          <ac:spMkLst>
            <pc:docMk/>
            <pc:sldMk cId="4038910952" sldId="267"/>
            <ac:spMk id="4" creationId="{094BE7B7-3925-C531-77E5-EC73820D79FC}"/>
          </ac:spMkLst>
        </pc:spChg>
        <pc:picChg chg="add mod modCrop">
          <ac:chgData name="subiksha bala" userId="f0ffb5c5be3c5847" providerId="LiveId" clId="{47027C4A-3378-41F7-8578-DC1D8E969A41}" dt="2026-08-02T05:22:36.977" v="263" actId="732"/>
          <ac:picMkLst>
            <pc:docMk/>
            <pc:sldMk cId="4038910952" sldId="267"/>
            <ac:picMk id="6" creationId="{53660367-F3AA-FDF4-65E9-095F3889222D}"/>
          </ac:picMkLst>
        </pc:picChg>
      </pc:sldChg>
      <pc:sldChg chg="addSp delSp modSp new mod">
        <pc:chgData name="subiksha bala" userId="f0ffb5c5be3c5847" providerId="LiveId" clId="{47027C4A-3378-41F7-8578-DC1D8E969A41}" dt="2026-08-02T05:34:40.032" v="415" actId="1076"/>
        <pc:sldMkLst>
          <pc:docMk/>
          <pc:sldMk cId="1076534041" sldId="268"/>
        </pc:sldMkLst>
        <pc:spChg chg="del">
          <ac:chgData name="subiksha bala" userId="f0ffb5c5be3c5847" providerId="LiveId" clId="{47027C4A-3378-41F7-8578-DC1D8E969A41}" dt="2026-08-02T05:31:16.593" v="350" actId="21"/>
          <ac:spMkLst>
            <pc:docMk/>
            <pc:sldMk cId="1076534041" sldId="268"/>
            <ac:spMk id="2" creationId="{B3AA1D1E-253B-3B00-6DC6-7AEF6FE588CA}"/>
          </ac:spMkLst>
        </pc:spChg>
        <pc:spChg chg="del">
          <ac:chgData name="subiksha bala" userId="f0ffb5c5be3c5847" providerId="LiveId" clId="{47027C4A-3378-41F7-8578-DC1D8E969A41}" dt="2026-08-02T05:31:19.145" v="351" actId="21"/>
          <ac:spMkLst>
            <pc:docMk/>
            <pc:sldMk cId="1076534041" sldId="268"/>
            <ac:spMk id="3" creationId="{6EB0B9D2-4C7A-8EE0-2BE7-75D34BC3A538}"/>
          </ac:spMkLst>
        </pc:spChg>
        <pc:spChg chg="add mod">
          <ac:chgData name="subiksha bala" userId="f0ffb5c5be3c5847" providerId="LiveId" clId="{47027C4A-3378-41F7-8578-DC1D8E969A41}" dt="2026-08-02T05:33:22.046" v="411" actId="20577"/>
          <ac:spMkLst>
            <pc:docMk/>
            <pc:sldMk cId="1076534041" sldId="268"/>
            <ac:spMk id="4" creationId="{285A3C9D-CA63-F0E8-1959-911A03566812}"/>
          </ac:spMkLst>
        </pc:spChg>
        <pc:spChg chg="add del mod">
          <ac:chgData name="subiksha bala" userId="f0ffb5c5be3c5847" providerId="LiveId" clId="{47027C4A-3378-41F7-8578-DC1D8E969A41}" dt="2026-08-02T05:32:47.515" v="364" actId="21"/>
          <ac:spMkLst>
            <pc:docMk/>
            <pc:sldMk cId="1076534041" sldId="268"/>
            <ac:spMk id="6" creationId="{F5554322-3A05-6C5F-878D-E50371E10FD1}"/>
          </ac:spMkLst>
        </pc:spChg>
        <pc:spChg chg="add del mod">
          <ac:chgData name="subiksha bala" userId="f0ffb5c5be3c5847" providerId="LiveId" clId="{47027C4A-3378-41F7-8578-DC1D8E969A41}" dt="2026-08-02T05:32:37.582" v="360"/>
          <ac:spMkLst>
            <pc:docMk/>
            <pc:sldMk cId="1076534041" sldId="268"/>
            <ac:spMk id="7" creationId="{EA83E344-F2CF-4777-ACA7-73F761948AA6}"/>
          </ac:spMkLst>
        </pc:spChg>
        <pc:spChg chg="add mod">
          <ac:chgData name="subiksha bala" userId="f0ffb5c5be3c5847" providerId="LiveId" clId="{47027C4A-3378-41F7-8578-DC1D8E969A41}" dt="2026-08-02T05:34:40.032" v="415" actId="1076"/>
          <ac:spMkLst>
            <pc:docMk/>
            <pc:sldMk cId="1076534041" sldId="268"/>
            <ac:spMk id="10" creationId="{FB78E6D7-DDA4-3258-751B-A867D91A1DD3}"/>
          </ac:spMkLst>
        </pc:spChg>
        <pc:picChg chg="add del mod">
          <ac:chgData name="subiksha bala" userId="f0ffb5c5be3c5847" providerId="LiveId" clId="{47027C4A-3378-41F7-8578-DC1D8E969A41}" dt="2026-08-02T05:32:19.029" v="357" actId="21"/>
          <ac:picMkLst>
            <pc:docMk/>
            <pc:sldMk cId="1076534041" sldId="268"/>
            <ac:picMk id="5" creationId="{8749660A-80C1-535A-34A1-341B62F7A4F6}"/>
          </ac:picMkLst>
        </pc:picChg>
        <pc:picChg chg="add mod">
          <ac:chgData name="subiksha bala" userId="f0ffb5c5be3c5847" providerId="LiveId" clId="{47027C4A-3378-41F7-8578-DC1D8E969A41}" dt="2026-08-02T05:32:43.999" v="363" actId="14100"/>
          <ac:picMkLst>
            <pc:docMk/>
            <pc:sldMk cId="1076534041" sldId="268"/>
            <ac:picMk id="8" creationId="{C10DA3C5-841A-647E-FFE2-2A29EFEB9A94}"/>
          </ac:picMkLst>
        </pc:picChg>
      </pc:sldChg>
      <pc:sldChg chg="addSp delSp modSp new mod">
        <pc:chgData name="subiksha bala" userId="f0ffb5c5be3c5847" providerId="LiveId" clId="{47027C4A-3378-41F7-8578-DC1D8E969A41}" dt="2026-08-02T06:32:54.422" v="727" actId="1076"/>
        <pc:sldMkLst>
          <pc:docMk/>
          <pc:sldMk cId="412583938" sldId="269"/>
        </pc:sldMkLst>
        <pc:spChg chg="del">
          <ac:chgData name="subiksha bala" userId="f0ffb5c5be3c5847" providerId="LiveId" clId="{47027C4A-3378-41F7-8578-DC1D8E969A41}" dt="2026-08-02T05:36:03.146" v="418" actId="21"/>
          <ac:spMkLst>
            <pc:docMk/>
            <pc:sldMk cId="412583938" sldId="269"/>
            <ac:spMk id="2" creationId="{2A28CCBF-7990-668E-9FDC-76CEDD0AC028}"/>
          </ac:spMkLst>
        </pc:spChg>
        <pc:spChg chg="add del mod">
          <ac:chgData name="subiksha bala" userId="f0ffb5c5be3c5847" providerId="LiveId" clId="{47027C4A-3378-41F7-8578-DC1D8E969A41}" dt="2026-08-02T06:31:19.954" v="723" actId="21"/>
          <ac:spMkLst>
            <pc:docMk/>
            <pc:sldMk cId="412583938" sldId="269"/>
            <ac:spMk id="3" creationId="{25683B63-8184-36E6-F0E9-291604B12B32}"/>
          </ac:spMkLst>
        </pc:spChg>
        <pc:spChg chg="del">
          <ac:chgData name="subiksha bala" userId="f0ffb5c5be3c5847" providerId="LiveId" clId="{47027C4A-3378-41F7-8578-DC1D8E969A41}" dt="2026-08-02T05:36:05.586" v="419" actId="21"/>
          <ac:spMkLst>
            <pc:docMk/>
            <pc:sldMk cId="412583938" sldId="269"/>
            <ac:spMk id="3" creationId="{8560E823-D5C4-865B-2065-356B29450087}"/>
          </ac:spMkLst>
        </pc:spChg>
        <pc:spChg chg="add del mod">
          <ac:chgData name="subiksha bala" userId="f0ffb5c5be3c5847" providerId="LiveId" clId="{47027C4A-3378-41F7-8578-DC1D8E969A41}" dt="2026-08-02T06:31:19.954" v="723" actId="21"/>
          <ac:spMkLst>
            <pc:docMk/>
            <pc:sldMk cId="412583938" sldId="269"/>
            <ac:spMk id="4" creationId="{96D6A6DC-47A2-40D5-F326-A80C4387697A}"/>
          </ac:spMkLst>
        </pc:spChg>
        <pc:spChg chg="add del mod">
          <ac:chgData name="subiksha bala" userId="f0ffb5c5be3c5847" providerId="LiveId" clId="{47027C4A-3378-41F7-8578-DC1D8E969A41}" dt="2026-08-02T05:37:23.864" v="432" actId="21"/>
          <ac:spMkLst>
            <pc:docMk/>
            <pc:sldMk cId="412583938" sldId="269"/>
            <ac:spMk id="6" creationId="{4C78F840-3667-A7E2-7A0F-1048DA691E3E}"/>
          </ac:spMkLst>
        </pc:spChg>
        <pc:spChg chg="add del mod">
          <ac:chgData name="subiksha bala" userId="f0ffb5c5be3c5847" providerId="LiveId" clId="{47027C4A-3378-41F7-8578-DC1D8E969A41}" dt="2026-08-02T06:31:19.954" v="723" actId="21"/>
          <ac:spMkLst>
            <pc:docMk/>
            <pc:sldMk cId="412583938" sldId="269"/>
            <ac:spMk id="6" creationId="{80565438-91A1-40C0-6F58-C28AAFB83699}"/>
          </ac:spMkLst>
        </pc:spChg>
        <pc:spChg chg="add del mod">
          <ac:chgData name="subiksha bala" userId="f0ffb5c5be3c5847" providerId="LiveId" clId="{47027C4A-3378-41F7-8578-DC1D8E969A41}" dt="2026-08-02T06:31:23.846" v="724" actId="21"/>
          <ac:spMkLst>
            <pc:docMk/>
            <pc:sldMk cId="412583938" sldId="269"/>
            <ac:spMk id="9" creationId="{C5BE1C40-19B7-53C7-9608-CB515B493DCE}"/>
          </ac:spMkLst>
        </pc:spChg>
        <pc:spChg chg="add mod">
          <ac:chgData name="subiksha bala" userId="f0ffb5c5be3c5847" providerId="LiveId" clId="{47027C4A-3378-41F7-8578-DC1D8E969A41}" dt="2026-08-02T06:31:33.480" v="726" actId="1076"/>
          <ac:spMkLst>
            <pc:docMk/>
            <pc:sldMk cId="412583938" sldId="269"/>
            <ac:spMk id="10" creationId="{BF30A7DC-B8E2-C126-B1F8-486E9106EC65}"/>
          </ac:spMkLst>
        </pc:spChg>
        <pc:picChg chg="add del mod">
          <ac:chgData name="subiksha bala" userId="f0ffb5c5be3c5847" providerId="LiveId" clId="{47027C4A-3378-41F7-8578-DC1D8E969A41}" dt="2026-08-02T05:36:58.187" v="426" actId="21"/>
          <ac:picMkLst>
            <pc:docMk/>
            <pc:sldMk cId="412583938" sldId="269"/>
            <ac:picMk id="5" creationId="{1F59C59A-B49E-C16D-0B87-7B97C87CCDAB}"/>
          </ac:picMkLst>
        </pc:picChg>
        <pc:picChg chg="add del mod">
          <ac:chgData name="subiksha bala" userId="f0ffb5c5be3c5847" providerId="LiveId" clId="{47027C4A-3378-41F7-8578-DC1D8E969A41}" dt="2026-08-02T06:32:54.422" v="727" actId="1076"/>
          <ac:picMkLst>
            <pc:docMk/>
            <pc:sldMk cId="412583938" sldId="269"/>
            <ac:picMk id="7" creationId="{D9B8D8AF-EFD8-A87C-30A0-F2E803CB8FE0}"/>
          </ac:picMkLst>
        </pc:picChg>
      </pc:sldChg>
      <pc:sldChg chg="addSp delSp modSp new mod">
        <pc:chgData name="subiksha bala" userId="f0ffb5c5be3c5847" providerId="LiveId" clId="{47027C4A-3378-41F7-8578-DC1D8E969A41}" dt="2026-08-02T05:47:15.239" v="457" actId="1076"/>
        <pc:sldMkLst>
          <pc:docMk/>
          <pc:sldMk cId="1588554287" sldId="270"/>
        </pc:sldMkLst>
        <pc:spChg chg="del">
          <ac:chgData name="subiksha bala" userId="f0ffb5c5be3c5847" providerId="LiveId" clId="{47027C4A-3378-41F7-8578-DC1D8E969A41}" dt="2026-08-02T05:43:24.611" v="438" actId="21"/>
          <ac:spMkLst>
            <pc:docMk/>
            <pc:sldMk cId="1588554287" sldId="270"/>
            <ac:spMk id="2" creationId="{7DEAEDB5-D4FC-8D66-57A2-BD24CEB86A92}"/>
          </ac:spMkLst>
        </pc:spChg>
        <pc:spChg chg="del">
          <ac:chgData name="subiksha bala" userId="f0ffb5c5be3c5847" providerId="LiveId" clId="{47027C4A-3378-41F7-8578-DC1D8E969A41}" dt="2026-08-02T05:43:27.204" v="439" actId="21"/>
          <ac:spMkLst>
            <pc:docMk/>
            <pc:sldMk cId="1588554287" sldId="270"/>
            <ac:spMk id="3" creationId="{4A92F69B-9452-A052-EFA2-42E3755AE198}"/>
          </ac:spMkLst>
        </pc:spChg>
        <pc:spChg chg="add mod">
          <ac:chgData name="subiksha bala" userId="f0ffb5c5be3c5847" providerId="LiveId" clId="{47027C4A-3378-41F7-8578-DC1D8E969A41}" dt="2026-08-02T05:43:43.013" v="440"/>
          <ac:spMkLst>
            <pc:docMk/>
            <pc:sldMk cId="1588554287" sldId="270"/>
            <ac:spMk id="4" creationId="{0E1B452C-551C-69AB-9508-47EACA20FE5B}"/>
          </ac:spMkLst>
        </pc:spChg>
        <pc:spChg chg="add del mod">
          <ac:chgData name="subiksha bala" userId="f0ffb5c5be3c5847" providerId="LiveId" clId="{47027C4A-3378-41F7-8578-DC1D8E969A41}" dt="2026-08-02T05:45:19.232" v="449" actId="21"/>
          <ac:spMkLst>
            <pc:docMk/>
            <pc:sldMk cId="1588554287" sldId="270"/>
            <ac:spMk id="6" creationId="{1DADB744-A759-C580-1490-AC07E0EE3D04}"/>
          </ac:spMkLst>
        </pc:spChg>
        <pc:spChg chg="add del mod">
          <ac:chgData name="subiksha bala" userId="f0ffb5c5be3c5847" providerId="LiveId" clId="{47027C4A-3378-41F7-8578-DC1D8E969A41}" dt="2026-08-02T05:45:12.297" v="447"/>
          <ac:spMkLst>
            <pc:docMk/>
            <pc:sldMk cId="1588554287" sldId="270"/>
            <ac:spMk id="7" creationId="{4E43D35A-F851-5BD5-7347-7E35FF20661D}"/>
          </ac:spMkLst>
        </pc:spChg>
        <pc:spChg chg="add mod">
          <ac:chgData name="subiksha bala" userId="f0ffb5c5be3c5847" providerId="LiveId" clId="{47027C4A-3378-41F7-8578-DC1D8E969A41}" dt="2026-08-02T05:47:15.239" v="457" actId="1076"/>
          <ac:spMkLst>
            <pc:docMk/>
            <pc:sldMk cId="1588554287" sldId="270"/>
            <ac:spMk id="10" creationId="{CC597F93-08DB-AB2D-1BDB-9E62461EE37D}"/>
          </ac:spMkLst>
        </pc:spChg>
        <pc:picChg chg="add del mod">
          <ac:chgData name="subiksha bala" userId="f0ffb5c5be3c5847" providerId="LiveId" clId="{47027C4A-3378-41F7-8578-DC1D8E969A41}" dt="2026-08-02T05:45:05.018" v="446" actId="21"/>
          <ac:picMkLst>
            <pc:docMk/>
            <pc:sldMk cId="1588554287" sldId="270"/>
            <ac:picMk id="5" creationId="{6B9D2A7A-025C-3379-89A5-B53C41CA4DF5}"/>
          </ac:picMkLst>
        </pc:picChg>
        <pc:picChg chg="add mod">
          <ac:chgData name="subiksha bala" userId="f0ffb5c5be3c5847" providerId="LiveId" clId="{47027C4A-3378-41F7-8578-DC1D8E969A41}" dt="2026-08-02T05:45:27.719" v="453" actId="14100"/>
          <ac:picMkLst>
            <pc:docMk/>
            <pc:sldMk cId="1588554287" sldId="270"/>
            <ac:picMk id="8" creationId="{CD5D2012-BF37-8647-37A6-F58B7A91DBFF}"/>
          </ac:picMkLst>
        </pc:picChg>
      </pc:sldChg>
      <pc:sldChg chg="addSp delSp modSp new del mod">
        <pc:chgData name="subiksha bala" userId="f0ffb5c5be3c5847" providerId="LiveId" clId="{47027C4A-3378-41F7-8578-DC1D8E969A41}" dt="2026-08-02T05:37:26.989" v="433" actId="2696"/>
        <pc:sldMkLst>
          <pc:docMk/>
          <pc:sldMk cId="2363336883" sldId="270"/>
        </pc:sldMkLst>
        <pc:spChg chg="del">
          <ac:chgData name="subiksha bala" userId="f0ffb5c5be3c5847" providerId="LiveId" clId="{47027C4A-3378-41F7-8578-DC1D8E969A41}" dt="2026-08-02T05:36:34.333" v="422"/>
          <ac:spMkLst>
            <pc:docMk/>
            <pc:sldMk cId="2363336883" sldId="270"/>
            <ac:spMk id="3" creationId="{950312D9-87E2-68F3-F975-03F18309236D}"/>
          </ac:spMkLst>
        </pc:spChg>
        <pc:picChg chg="add mod modCrop">
          <ac:chgData name="subiksha bala" userId="f0ffb5c5be3c5847" providerId="LiveId" clId="{47027C4A-3378-41F7-8578-DC1D8E969A41}" dt="2026-08-02T05:36:49.344" v="425" actId="732"/>
          <ac:picMkLst>
            <pc:docMk/>
            <pc:sldMk cId="2363336883" sldId="270"/>
            <ac:picMk id="4" creationId="{F4E134AA-C3B0-F16C-4878-A9B8B29A4FF6}"/>
          </ac:picMkLst>
        </pc:picChg>
      </pc:sldChg>
      <pc:sldChg chg="addSp delSp modSp new mod">
        <pc:chgData name="subiksha bala" userId="f0ffb5c5be3c5847" providerId="LiveId" clId="{47027C4A-3378-41F7-8578-DC1D8E969A41}" dt="2026-08-02T05:52:02.011" v="501" actId="21"/>
        <pc:sldMkLst>
          <pc:docMk/>
          <pc:sldMk cId="712392761" sldId="271"/>
        </pc:sldMkLst>
        <pc:spChg chg="del">
          <ac:chgData name="subiksha bala" userId="f0ffb5c5be3c5847" providerId="LiveId" clId="{47027C4A-3378-41F7-8578-DC1D8E969A41}" dt="2026-08-02T05:49:26.262" v="460" actId="21"/>
          <ac:spMkLst>
            <pc:docMk/>
            <pc:sldMk cId="712392761" sldId="271"/>
            <ac:spMk id="2" creationId="{D450BDDD-9A77-00AC-6756-D218DC4F3C98}"/>
          </ac:spMkLst>
        </pc:spChg>
        <pc:spChg chg="del">
          <ac:chgData name="subiksha bala" userId="f0ffb5c5be3c5847" providerId="LiveId" clId="{47027C4A-3378-41F7-8578-DC1D8E969A41}" dt="2026-08-02T05:44:19.277" v="442"/>
          <ac:spMkLst>
            <pc:docMk/>
            <pc:sldMk cId="712392761" sldId="271"/>
            <ac:spMk id="3" creationId="{682FCC9C-5E27-8CC2-170C-961E4F0165B5}"/>
          </ac:spMkLst>
        </pc:spChg>
        <pc:spChg chg="add del mod">
          <ac:chgData name="subiksha bala" userId="f0ffb5c5be3c5847" providerId="LiveId" clId="{47027C4A-3378-41F7-8578-DC1D8E969A41}" dt="2026-08-02T05:49:29.060" v="461" actId="21"/>
          <ac:spMkLst>
            <pc:docMk/>
            <pc:sldMk cId="712392761" sldId="271"/>
            <ac:spMk id="6" creationId="{D30BDEC2-424A-E4CC-0E47-2CCA5E8E7865}"/>
          </ac:spMkLst>
        </pc:spChg>
        <pc:spChg chg="mod">
          <ac:chgData name="subiksha bala" userId="f0ffb5c5be3c5847" providerId="LiveId" clId="{47027C4A-3378-41F7-8578-DC1D8E969A41}" dt="2026-08-02T05:49:47.700" v="463" actId="207"/>
          <ac:spMkLst>
            <pc:docMk/>
            <pc:sldMk cId="712392761" sldId="271"/>
            <ac:spMk id="8" creationId="{4D5024BC-1ED9-A4DE-AE30-0BAFAD1F8F3B}"/>
          </ac:spMkLst>
        </pc:spChg>
        <pc:spChg chg="del mod">
          <ac:chgData name="subiksha bala" userId="f0ffb5c5be3c5847" providerId="LiveId" clId="{47027C4A-3378-41F7-8578-DC1D8E969A41}" dt="2026-08-02T05:50:03.657" v="467" actId="21"/>
          <ac:spMkLst>
            <pc:docMk/>
            <pc:sldMk cId="712392761" sldId="271"/>
            <ac:spMk id="12" creationId="{79658814-FA2A-E94C-1C0F-6F06F491E55A}"/>
          </ac:spMkLst>
        </pc:spChg>
        <pc:spChg chg="add mod">
          <ac:chgData name="subiksha bala" userId="f0ffb5c5be3c5847" providerId="LiveId" clId="{47027C4A-3378-41F7-8578-DC1D8E969A41}" dt="2026-08-02T05:49:59.281" v="465" actId="207"/>
          <ac:spMkLst>
            <pc:docMk/>
            <pc:sldMk cId="712392761" sldId="271"/>
            <ac:spMk id="14" creationId="{44EDFFA5-A8A3-CC78-9791-EC99E0681316}"/>
          </ac:spMkLst>
        </pc:spChg>
        <pc:spChg chg="add del mod">
          <ac:chgData name="subiksha bala" userId="f0ffb5c5be3c5847" providerId="LiveId" clId="{47027C4A-3378-41F7-8578-DC1D8E969A41}" dt="2026-08-02T05:51:22.156" v="486" actId="21"/>
          <ac:spMkLst>
            <pc:docMk/>
            <pc:sldMk cId="712392761" sldId="271"/>
            <ac:spMk id="20" creationId="{53DCF50A-50C0-52AB-8313-6C84833E5B0F}"/>
          </ac:spMkLst>
        </pc:spChg>
        <pc:spChg chg="add mod">
          <ac:chgData name="subiksha bala" userId="f0ffb5c5be3c5847" providerId="LiveId" clId="{47027C4A-3378-41F7-8578-DC1D8E969A41}" dt="2026-08-02T05:50:41.534" v="476" actId="207"/>
          <ac:spMkLst>
            <pc:docMk/>
            <pc:sldMk cId="712392761" sldId="271"/>
            <ac:spMk id="22" creationId="{518835C8-4535-73AA-BA59-9F7C81EA97E5}"/>
          </ac:spMkLst>
        </pc:spChg>
        <pc:spChg chg="add">
          <ac:chgData name="subiksha bala" userId="f0ffb5c5be3c5847" providerId="LiveId" clId="{47027C4A-3378-41F7-8578-DC1D8E969A41}" dt="2026-08-02T05:49:41.177" v="462" actId="22"/>
          <ac:spMkLst>
            <pc:docMk/>
            <pc:sldMk cId="712392761" sldId="271"/>
            <ac:spMk id="26" creationId="{320EFF41-E4BE-BEBA-A811-6CAA00DD8311}"/>
          </ac:spMkLst>
        </pc:spChg>
        <pc:spChg chg="del mod">
          <ac:chgData name="subiksha bala" userId="f0ffb5c5be3c5847" providerId="LiveId" clId="{47027C4A-3378-41F7-8578-DC1D8E969A41}" dt="2026-08-02T05:50:29.921" v="475" actId="21"/>
          <ac:spMkLst>
            <pc:docMk/>
            <pc:sldMk cId="712392761" sldId="271"/>
            <ac:spMk id="28" creationId="{C2445600-DDA5-B39D-1C27-DC295E3C0EEA}"/>
          </ac:spMkLst>
        </pc:spChg>
        <pc:spChg chg="add del mod">
          <ac:chgData name="subiksha bala" userId="f0ffb5c5be3c5847" providerId="LiveId" clId="{47027C4A-3378-41F7-8578-DC1D8E969A41}" dt="2026-08-02T05:50:16.034" v="472" actId="1076"/>
          <ac:spMkLst>
            <pc:docMk/>
            <pc:sldMk cId="712392761" sldId="271"/>
            <ac:spMk id="30" creationId="{7D7702DA-8C93-0A7C-9353-B123692889A5}"/>
          </ac:spMkLst>
        </pc:spChg>
        <pc:spChg chg="add">
          <ac:chgData name="subiksha bala" userId="f0ffb5c5be3c5847" providerId="LiveId" clId="{47027C4A-3378-41F7-8578-DC1D8E969A41}" dt="2026-08-02T05:49:41.177" v="462" actId="22"/>
          <ac:spMkLst>
            <pc:docMk/>
            <pc:sldMk cId="712392761" sldId="271"/>
            <ac:spMk id="34" creationId="{619C19C7-5491-3E03-E434-D6765AF5A3D2}"/>
          </ac:spMkLst>
        </pc:spChg>
        <pc:spChg chg="del mod">
          <ac:chgData name="subiksha bala" userId="f0ffb5c5be3c5847" providerId="LiveId" clId="{47027C4A-3378-41F7-8578-DC1D8E969A41}" dt="2026-08-02T05:51:27.131" v="488" actId="21"/>
          <ac:spMkLst>
            <pc:docMk/>
            <pc:sldMk cId="712392761" sldId="271"/>
            <ac:spMk id="36" creationId="{7F3C6CEB-1BA1-AEDD-62D1-DDA446EE498D}"/>
          </ac:spMkLst>
        </pc:spChg>
        <pc:spChg chg="mod">
          <ac:chgData name="subiksha bala" userId="f0ffb5c5be3c5847" providerId="LiveId" clId="{47027C4A-3378-41F7-8578-DC1D8E969A41}" dt="2026-08-02T05:50:46.299" v="477" actId="207"/>
          <ac:spMkLst>
            <pc:docMk/>
            <pc:sldMk cId="712392761" sldId="271"/>
            <ac:spMk id="38" creationId="{3F281EC8-ABE2-B6BC-F875-54BBCD7A8B4F}"/>
          </ac:spMkLst>
        </pc:spChg>
        <pc:spChg chg="add">
          <ac:chgData name="subiksha bala" userId="f0ffb5c5be3c5847" providerId="LiveId" clId="{47027C4A-3378-41F7-8578-DC1D8E969A41}" dt="2026-08-02T05:49:41.177" v="462" actId="22"/>
          <ac:spMkLst>
            <pc:docMk/>
            <pc:sldMk cId="712392761" sldId="271"/>
            <ac:spMk id="42" creationId="{8F8546E0-533A-9ABE-181C-04DDD6258884}"/>
          </ac:spMkLst>
        </pc:spChg>
        <pc:spChg chg="del mod">
          <ac:chgData name="subiksha bala" userId="f0ffb5c5be3c5847" providerId="LiveId" clId="{47027C4A-3378-41F7-8578-DC1D8E969A41}" dt="2026-08-02T05:51:45.907" v="496" actId="21"/>
          <ac:spMkLst>
            <pc:docMk/>
            <pc:sldMk cId="712392761" sldId="271"/>
            <ac:spMk id="44" creationId="{EE7E67CF-C385-A915-93BF-4F9D5CE5F3F3}"/>
          </ac:spMkLst>
        </pc:spChg>
        <pc:spChg chg="add mod">
          <ac:chgData name="subiksha bala" userId="f0ffb5c5be3c5847" providerId="LiveId" clId="{47027C4A-3378-41F7-8578-DC1D8E969A41}" dt="2026-08-02T05:50:56.130" v="479" actId="207"/>
          <ac:spMkLst>
            <pc:docMk/>
            <pc:sldMk cId="712392761" sldId="271"/>
            <ac:spMk id="46" creationId="{90B6B751-8FC0-1F21-953F-FE4B0E09D4B0}"/>
          </ac:spMkLst>
        </pc:spChg>
        <pc:spChg chg="del mod">
          <ac:chgData name="subiksha bala" userId="f0ffb5c5be3c5847" providerId="LiveId" clId="{47027C4A-3378-41F7-8578-DC1D8E969A41}" dt="2026-08-02T05:51:31.178" v="490" actId="21"/>
          <ac:spMkLst>
            <pc:docMk/>
            <pc:sldMk cId="712392761" sldId="271"/>
            <ac:spMk id="52" creationId="{1B8CA442-F392-2193-487D-45857C6FC778}"/>
          </ac:spMkLst>
        </pc:spChg>
        <pc:spChg chg="mod">
          <ac:chgData name="subiksha bala" userId="f0ffb5c5be3c5847" providerId="LiveId" clId="{47027C4A-3378-41F7-8578-DC1D8E969A41}" dt="2026-08-02T05:50:52.251" v="478" actId="207"/>
          <ac:spMkLst>
            <pc:docMk/>
            <pc:sldMk cId="712392761" sldId="271"/>
            <ac:spMk id="54" creationId="{64665591-013C-8DD2-5D3B-1AAF589FAF4E}"/>
          </ac:spMkLst>
        </pc:spChg>
        <pc:spChg chg="del mod">
          <ac:chgData name="subiksha bala" userId="f0ffb5c5be3c5847" providerId="LiveId" clId="{47027C4A-3378-41F7-8578-DC1D8E969A41}" dt="2026-08-02T05:51:50.099" v="498" actId="21"/>
          <ac:spMkLst>
            <pc:docMk/>
            <pc:sldMk cId="712392761" sldId="271"/>
            <ac:spMk id="60" creationId="{32159A1F-04D1-F177-F438-2D6BD3A091B0}"/>
          </ac:spMkLst>
        </pc:spChg>
        <pc:spChg chg="mod">
          <ac:chgData name="subiksha bala" userId="f0ffb5c5be3c5847" providerId="LiveId" clId="{47027C4A-3378-41F7-8578-DC1D8E969A41}" dt="2026-08-02T05:51:01.810" v="480" actId="207"/>
          <ac:spMkLst>
            <pc:docMk/>
            <pc:sldMk cId="712392761" sldId="271"/>
            <ac:spMk id="62" creationId="{27EB9906-48F9-0C51-9FB7-BE7570D7032E}"/>
          </ac:spMkLst>
        </pc:spChg>
        <pc:spChg chg="add">
          <ac:chgData name="subiksha bala" userId="f0ffb5c5be3c5847" providerId="LiveId" clId="{47027C4A-3378-41F7-8578-DC1D8E969A41}" dt="2026-08-02T05:49:41.177" v="462" actId="22"/>
          <ac:spMkLst>
            <pc:docMk/>
            <pc:sldMk cId="712392761" sldId="271"/>
            <ac:spMk id="64" creationId="{7B1257B5-5DC7-A578-87B3-9801CE78E351}"/>
          </ac:spMkLst>
        </pc:spChg>
        <pc:spChg chg="del mod">
          <ac:chgData name="subiksha bala" userId="f0ffb5c5be3c5847" providerId="LiveId" clId="{47027C4A-3378-41F7-8578-DC1D8E969A41}" dt="2026-08-02T05:51:34.953" v="492" actId="21"/>
          <ac:spMkLst>
            <pc:docMk/>
            <pc:sldMk cId="712392761" sldId="271"/>
            <ac:spMk id="68" creationId="{44E7816B-950F-A073-285A-0EDC1E84E845}"/>
          </ac:spMkLst>
        </pc:spChg>
        <pc:spChg chg="mod">
          <ac:chgData name="subiksha bala" userId="f0ffb5c5be3c5847" providerId="LiveId" clId="{47027C4A-3378-41F7-8578-DC1D8E969A41}" dt="2026-08-02T05:51:07.064" v="481" actId="207"/>
          <ac:spMkLst>
            <pc:docMk/>
            <pc:sldMk cId="712392761" sldId="271"/>
            <ac:spMk id="70" creationId="{28D22453-78F0-332B-8479-FDC92C8D5FF0}"/>
          </ac:spMkLst>
        </pc:spChg>
        <pc:spChg chg="add">
          <ac:chgData name="subiksha bala" userId="f0ffb5c5be3c5847" providerId="LiveId" clId="{47027C4A-3378-41F7-8578-DC1D8E969A41}" dt="2026-08-02T05:49:41.177" v="462" actId="22"/>
          <ac:spMkLst>
            <pc:docMk/>
            <pc:sldMk cId="712392761" sldId="271"/>
            <ac:spMk id="72" creationId="{A23B6E1B-2130-FC9D-0065-2F08E764DF00}"/>
          </ac:spMkLst>
        </pc:spChg>
        <pc:spChg chg="del mod">
          <ac:chgData name="subiksha bala" userId="f0ffb5c5be3c5847" providerId="LiveId" clId="{47027C4A-3378-41F7-8578-DC1D8E969A41}" dt="2026-08-02T05:51:55.690" v="500" actId="21"/>
          <ac:spMkLst>
            <pc:docMk/>
            <pc:sldMk cId="712392761" sldId="271"/>
            <ac:spMk id="76" creationId="{D6283458-A676-B40C-4C51-483D1AC7A973}"/>
          </ac:spMkLst>
        </pc:spChg>
        <pc:spChg chg="mod">
          <ac:chgData name="subiksha bala" userId="f0ffb5c5be3c5847" providerId="LiveId" clId="{47027C4A-3378-41F7-8578-DC1D8E969A41}" dt="2026-08-02T05:51:15.134" v="483" actId="207"/>
          <ac:spMkLst>
            <pc:docMk/>
            <pc:sldMk cId="712392761" sldId="271"/>
            <ac:spMk id="78" creationId="{9B3401E2-C1F2-5841-07FE-69B8C53E3EEE}"/>
          </ac:spMkLst>
        </pc:spChg>
        <pc:spChg chg="add">
          <ac:chgData name="subiksha bala" userId="f0ffb5c5be3c5847" providerId="LiveId" clId="{47027C4A-3378-41F7-8578-DC1D8E969A41}" dt="2026-08-02T05:49:41.177" v="462" actId="22"/>
          <ac:spMkLst>
            <pc:docMk/>
            <pc:sldMk cId="712392761" sldId="271"/>
            <ac:spMk id="80" creationId="{3B2031A5-16AA-40B6-1993-56925F101314}"/>
          </ac:spMkLst>
        </pc:spChg>
        <pc:spChg chg="del mod">
          <ac:chgData name="subiksha bala" userId="f0ffb5c5be3c5847" providerId="LiveId" clId="{47027C4A-3378-41F7-8578-DC1D8E969A41}" dt="2026-08-02T05:51:39.940" v="494" actId="21"/>
          <ac:spMkLst>
            <pc:docMk/>
            <pc:sldMk cId="712392761" sldId="271"/>
            <ac:spMk id="84" creationId="{3ADE4E6A-9E80-4FEC-9694-AD9C6DCD3BD2}"/>
          </ac:spMkLst>
        </pc:spChg>
        <pc:spChg chg="mod">
          <ac:chgData name="subiksha bala" userId="f0ffb5c5be3c5847" providerId="LiveId" clId="{47027C4A-3378-41F7-8578-DC1D8E969A41}" dt="2026-08-02T05:51:10.814" v="482" actId="207"/>
          <ac:spMkLst>
            <pc:docMk/>
            <pc:sldMk cId="712392761" sldId="271"/>
            <ac:spMk id="86" creationId="{E47D1E94-72FB-17F7-5385-9ABFC9453BC7}"/>
          </ac:spMkLst>
        </pc:spChg>
        <pc:spChg chg="del">
          <ac:chgData name="subiksha bala" userId="f0ffb5c5be3c5847" providerId="LiveId" clId="{47027C4A-3378-41F7-8578-DC1D8E969A41}" dt="2026-08-02T05:52:02.011" v="501" actId="21"/>
          <ac:spMkLst>
            <pc:docMk/>
            <pc:sldMk cId="712392761" sldId="271"/>
            <ac:spMk id="90" creationId="{0F86EFB9-4B84-3199-4DF6-BEE817DF24C7}"/>
          </ac:spMkLst>
        </pc:spChg>
        <pc:picChg chg="add del mod modCrop">
          <ac:chgData name="subiksha bala" userId="f0ffb5c5be3c5847" providerId="LiveId" clId="{47027C4A-3378-41F7-8578-DC1D8E969A41}" dt="2026-08-02T05:49:23.575" v="459" actId="21"/>
          <ac:picMkLst>
            <pc:docMk/>
            <pc:sldMk cId="712392761" sldId="271"/>
            <ac:picMk id="4" creationId="{4AE7BFCE-89C9-5D11-F05C-2A72450BA478}"/>
          </ac:picMkLst>
        </pc:picChg>
      </pc:sldChg>
      <pc:sldChg chg="addSp delSp modSp new mod">
        <pc:chgData name="subiksha bala" userId="f0ffb5c5be3c5847" providerId="LiveId" clId="{47027C4A-3378-41F7-8578-DC1D8E969A41}" dt="2026-08-02T06:03:00.905" v="583" actId="207"/>
        <pc:sldMkLst>
          <pc:docMk/>
          <pc:sldMk cId="676698749" sldId="272"/>
        </pc:sldMkLst>
        <pc:spChg chg="del">
          <ac:chgData name="subiksha bala" userId="f0ffb5c5be3c5847" providerId="LiveId" clId="{47027C4A-3378-41F7-8578-DC1D8E969A41}" dt="2026-08-02T05:54:59.091" v="507" actId="21"/>
          <ac:spMkLst>
            <pc:docMk/>
            <pc:sldMk cId="676698749" sldId="272"/>
            <ac:spMk id="2" creationId="{7734967B-C01A-5521-A381-E6745351FE61}"/>
          </ac:spMkLst>
        </pc:spChg>
        <pc:spChg chg="del">
          <ac:chgData name="subiksha bala" userId="f0ffb5c5be3c5847" providerId="LiveId" clId="{47027C4A-3378-41F7-8578-DC1D8E969A41}" dt="2026-08-02T05:55:01.472" v="508" actId="21"/>
          <ac:spMkLst>
            <pc:docMk/>
            <pc:sldMk cId="676698749" sldId="272"/>
            <ac:spMk id="3" creationId="{EC29DE68-B3C8-B52F-9662-633232758218}"/>
          </ac:spMkLst>
        </pc:spChg>
        <pc:spChg chg="add del mod">
          <ac:chgData name="subiksha bala" userId="f0ffb5c5be3c5847" providerId="LiveId" clId="{47027C4A-3378-41F7-8578-DC1D8E969A41}" dt="2026-08-02T05:55:15.761" v="511" actId="21"/>
          <ac:spMkLst>
            <pc:docMk/>
            <pc:sldMk cId="676698749" sldId="272"/>
            <ac:spMk id="5" creationId="{9C7A0774-E00E-D90D-84D8-B279D97F879A}"/>
          </ac:spMkLst>
        </pc:spChg>
        <pc:spChg chg="add mod">
          <ac:chgData name="subiksha bala" userId="f0ffb5c5be3c5847" providerId="LiveId" clId="{47027C4A-3378-41F7-8578-DC1D8E969A41}" dt="2026-08-02T05:58:25.154" v="541" actId="122"/>
          <ac:spMkLst>
            <pc:docMk/>
            <pc:sldMk cId="676698749" sldId="272"/>
            <ac:spMk id="7" creationId="{CB731471-F46B-D329-6780-3939B9E780B6}"/>
          </ac:spMkLst>
        </pc:spChg>
        <pc:spChg chg="add del mod">
          <ac:chgData name="subiksha bala" userId="f0ffb5c5be3c5847" providerId="LiveId" clId="{47027C4A-3378-41F7-8578-DC1D8E969A41}" dt="2026-08-02T05:58:14.860" v="537" actId="21"/>
          <ac:spMkLst>
            <pc:docMk/>
            <pc:sldMk cId="676698749" sldId="272"/>
            <ac:spMk id="9" creationId="{6631B3D2-75E6-878B-D88C-537B65B6DDE1}"/>
          </ac:spMkLst>
        </pc:spChg>
        <pc:spChg chg="mod">
          <ac:chgData name="subiksha bala" userId="f0ffb5c5be3c5847" providerId="LiveId" clId="{47027C4A-3378-41F7-8578-DC1D8E969A41}" dt="2026-08-02T06:00:06.363" v="560" actId="255"/>
          <ac:spMkLst>
            <pc:docMk/>
            <pc:sldMk cId="676698749" sldId="272"/>
            <ac:spMk id="11" creationId="{F3DF4079-C7A3-F95E-A1AB-9F51B63D09A3}"/>
          </ac:spMkLst>
        </pc:spChg>
        <pc:spChg chg="add del mod">
          <ac:chgData name="subiksha bala" userId="f0ffb5c5be3c5847" providerId="LiveId" clId="{47027C4A-3378-41F7-8578-DC1D8E969A41}" dt="2026-08-02T05:56:52.716" v="521" actId="21"/>
          <ac:spMkLst>
            <pc:docMk/>
            <pc:sldMk cId="676698749" sldId="272"/>
            <ac:spMk id="13" creationId="{25FD9CF6-3516-281C-92D4-0DA8B04A0556}"/>
          </ac:spMkLst>
        </pc:spChg>
        <pc:spChg chg="add del mod">
          <ac:chgData name="subiksha bala" userId="f0ffb5c5be3c5847" providerId="LiveId" clId="{47027C4A-3378-41F7-8578-DC1D8E969A41}" dt="2026-08-02T05:56:43.030" v="519" actId="21"/>
          <ac:spMkLst>
            <pc:docMk/>
            <pc:sldMk cId="676698749" sldId="272"/>
            <ac:spMk id="15" creationId="{5F6B3FCE-07C0-6651-4CEB-457B7D8F4D61}"/>
          </ac:spMkLst>
        </pc:spChg>
        <pc:spChg chg="mod">
          <ac:chgData name="subiksha bala" userId="f0ffb5c5be3c5847" providerId="LiveId" clId="{47027C4A-3378-41F7-8578-DC1D8E969A41}" dt="2026-08-02T06:02:49.827" v="581" actId="207"/>
          <ac:spMkLst>
            <pc:docMk/>
            <pc:sldMk cId="676698749" sldId="272"/>
            <ac:spMk id="17" creationId="{57940AFE-A141-DD93-4AD9-C05118E29BAF}"/>
          </ac:spMkLst>
        </pc:spChg>
        <pc:spChg chg="mod">
          <ac:chgData name="subiksha bala" userId="f0ffb5c5be3c5847" providerId="LiveId" clId="{47027C4A-3378-41F7-8578-DC1D8E969A41}" dt="2026-08-02T06:02:42.199" v="579" actId="14100"/>
          <ac:spMkLst>
            <pc:docMk/>
            <pc:sldMk cId="676698749" sldId="272"/>
            <ac:spMk id="19" creationId="{9A1BD1E3-CD53-9530-16AF-8C026B4E694B}"/>
          </ac:spMkLst>
        </pc:spChg>
        <pc:spChg chg="add del mod">
          <ac:chgData name="subiksha bala" userId="f0ffb5c5be3c5847" providerId="LiveId" clId="{47027C4A-3378-41F7-8578-DC1D8E969A41}" dt="2026-08-02T05:57:05.390" v="524" actId="21"/>
          <ac:spMkLst>
            <pc:docMk/>
            <pc:sldMk cId="676698749" sldId="272"/>
            <ac:spMk id="21" creationId="{16476C96-F17B-C930-5789-1C8EF8FC6B58}"/>
          </ac:spMkLst>
        </pc:spChg>
        <pc:spChg chg="del mod">
          <ac:chgData name="subiksha bala" userId="f0ffb5c5be3c5847" providerId="LiveId" clId="{47027C4A-3378-41F7-8578-DC1D8E969A41}" dt="2026-08-02T05:56:39.235" v="517" actId="21"/>
          <ac:spMkLst>
            <pc:docMk/>
            <pc:sldMk cId="676698749" sldId="272"/>
            <ac:spMk id="23" creationId="{653BCC23-748E-5FDE-C005-2C744ED3939E}"/>
          </ac:spMkLst>
        </pc:spChg>
        <pc:spChg chg="mod">
          <ac:chgData name="subiksha bala" userId="f0ffb5c5be3c5847" providerId="LiveId" clId="{47027C4A-3378-41F7-8578-DC1D8E969A41}" dt="2026-08-02T06:03:00.905" v="583" actId="207"/>
          <ac:spMkLst>
            <pc:docMk/>
            <pc:sldMk cId="676698749" sldId="272"/>
            <ac:spMk id="25" creationId="{4C9C6C3E-5717-252E-D37D-C770F0853065}"/>
          </ac:spMkLst>
        </pc:spChg>
        <pc:spChg chg="add mod">
          <ac:chgData name="subiksha bala" userId="f0ffb5c5be3c5847" providerId="LiveId" clId="{47027C4A-3378-41F7-8578-DC1D8E969A41}" dt="2026-08-02T06:02:10.126" v="572" actId="207"/>
          <ac:spMkLst>
            <pc:docMk/>
            <pc:sldMk cId="676698749" sldId="272"/>
            <ac:spMk id="27" creationId="{8CAB787E-B5FA-5C7A-913E-818EFE0E7DF8}"/>
          </ac:spMkLst>
        </pc:spChg>
        <pc:spChg chg="del mod">
          <ac:chgData name="subiksha bala" userId="f0ffb5c5be3c5847" providerId="LiveId" clId="{47027C4A-3378-41F7-8578-DC1D8E969A41}" dt="2026-08-02T05:57:16.881" v="527" actId="21"/>
          <ac:spMkLst>
            <pc:docMk/>
            <pc:sldMk cId="676698749" sldId="272"/>
            <ac:spMk id="29" creationId="{442C9966-36DA-D67D-0448-D3D22557544D}"/>
          </ac:spMkLst>
        </pc:spChg>
        <pc:spChg chg="del mod">
          <ac:chgData name="subiksha bala" userId="f0ffb5c5be3c5847" providerId="LiveId" clId="{47027C4A-3378-41F7-8578-DC1D8E969A41}" dt="2026-08-02T05:56:29.110" v="515" actId="21"/>
          <ac:spMkLst>
            <pc:docMk/>
            <pc:sldMk cId="676698749" sldId="272"/>
            <ac:spMk id="31" creationId="{EF32ED70-00DB-4293-CF1E-74B31439295E}"/>
          </ac:spMkLst>
        </pc:spChg>
        <pc:spChg chg="add mod">
          <ac:chgData name="subiksha bala" userId="f0ffb5c5be3c5847" providerId="LiveId" clId="{47027C4A-3378-41F7-8578-DC1D8E969A41}" dt="2026-08-02T06:02:56.732" v="582" actId="207"/>
          <ac:spMkLst>
            <pc:docMk/>
            <pc:sldMk cId="676698749" sldId="272"/>
            <ac:spMk id="33" creationId="{49D51555-F75C-4E48-A5B9-BEE492E9FFE0}"/>
          </ac:spMkLst>
        </pc:spChg>
        <pc:spChg chg="add mod">
          <ac:chgData name="subiksha bala" userId="f0ffb5c5be3c5847" providerId="LiveId" clId="{47027C4A-3378-41F7-8578-DC1D8E969A41}" dt="2026-08-02T06:02:25.703" v="576" actId="207"/>
          <ac:spMkLst>
            <pc:docMk/>
            <pc:sldMk cId="676698749" sldId="272"/>
            <ac:spMk id="35" creationId="{63C96E54-F7E5-D083-7449-36E186B9A581}"/>
          </ac:spMkLst>
        </pc:spChg>
        <pc:spChg chg="add del">
          <ac:chgData name="subiksha bala" userId="f0ffb5c5be3c5847" providerId="LiveId" clId="{47027C4A-3378-41F7-8578-DC1D8E969A41}" dt="2026-08-02T05:55:33.853" v="512" actId="21"/>
          <ac:spMkLst>
            <pc:docMk/>
            <pc:sldMk cId="676698749" sldId="272"/>
            <ac:spMk id="37" creationId="{D608DB02-5A51-3534-5F92-EA1B1104586E}"/>
          </ac:spMkLst>
        </pc:spChg>
      </pc:sldChg>
      <pc:sldChg chg="addSp delSp new del mod">
        <pc:chgData name="subiksha bala" userId="f0ffb5c5be3c5847" providerId="LiveId" clId="{47027C4A-3378-41F7-8578-DC1D8E969A41}" dt="2026-08-02T05:54:54.533" v="506" actId="2696"/>
        <pc:sldMkLst>
          <pc:docMk/>
          <pc:sldMk cId="281400264" sldId="273"/>
        </pc:sldMkLst>
        <pc:spChg chg="add">
          <ac:chgData name="subiksha bala" userId="f0ffb5c5be3c5847" providerId="LiveId" clId="{47027C4A-3378-41F7-8578-DC1D8E969A41}" dt="2026-08-02T05:54:49.071" v="504" actId="22"/>
          <ac:spMkLst>
            <pc:docMk/>
            <pc:sldMk cId="281400264" sldId="273"/>
            <ac:spMk id="5" creationId="{17D903A8-0041-D7AB-EA4D-AA6B915079FA}"/>
          </ac:spMkLst>
        </pc:spChg>
        <pc:spChg chg="add 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7" creationId="{116F5D7D-FF9B-9A8B-D650-4E42DF1110FC}"/>
          </ac:spMkLst>
        </pc:spChg>
        <pc:spChg chg="add 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9" creationId="{DCCE51F2-BC81-DC5A-85CF-86FC9E55AAC9}"/>
          </ac:spMkLst>
        </pc:spChg>
        <pc:spChg chg="add 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11" creationId="{A1371566-8330-E0BC-A46A-2BAD2DC52A17}"/>
          </ac:spMkLst>
        </pc:spChg>
        <pc:spChg chg="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13" creationId="{31F2DD82-88FA-F574-9845-209657DF5C14}"/>
          </ac:spMkLst>
        </pc:spChg>
        <pc:spChg chg="add">
          <ac:chgData name="subiksha bala" userId="f0ffb5c5be3c5847" providerId="LiveId" clId="{47027C4A-3378-41F7-8578-DC1D8E969A41}" dt="2026-08-02T05:54:49.071" v="504" actId="22"/>
          <ac:spMkLst>
            <pc:docMk/>
            <pc:sldMk cId="281400264" sldId="273"/>
            <ac:spMk id="15" creationId="{EDDA0ACF-F6A9-70C3-675B-60C941148BE7}"/>
          </ac:spMkLst>
        </pc:spChg>
        <pc:spChg chg="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17" creationId="{EB4100D8-4F04-1EA8-970E-7C0401AB7D27}"/>
          </ac:spMkLst>
        </pc:spChg>
        <pc:spChg chg="add">
          <ac:chgData name="subiksha bala" userId="f0ffb5c5be3c5847" providerId="LiveId" clId="{47027C4A-3378-41F7-8578-DC1D8E969A41}" dt="2026-08-02T05:54:49.071" v="504" actId="22"/>
          <ac:spMkLst>
            <pc:docMk/>
            <pc:sldMk cId="281400264" sldId="273"/>
            <ac:spMk id="19" creationId="{450C583A-77EA-B0AC-ADCA-F611DB759617}"/>
          </ac:spMkLst>
        </pc:spChg>
        <pc:spChg chg="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21" creationId="{6BB404CD-3AB5-DC1B-D2DC-776D7A01CAC4}"/>
          </ac:spMkLst>
        </pc:spChg>
        <pc:spChg chg="add 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25" creationId="{AAEB2D54-5BF0-3CBB-4D12-499721575DDE}"/>
          </ac:spMkLst>
        </pc:spChg>
        <pc:spChg chg="add 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29" creationId="{05B2CBC9-EFBB-80F4-2D6F-A2DEED7ADF9C}"/>
          </ac:spMkLst>
        </pc:spChg>
        <pc:spChg chg="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31" creationId="{FD3C80CC-1A5D-AEEC-947B-EA758D1B3280}"/>
          </ac:spMkLst>
        </pc:spChg>
        <pc:spChg chg="add del">
          <ac:chgData name="subiksha bala" userId="f0ffb5c5be3c5847" providerId="LiveId" clId="{47027C4A-3378-41F7-8578-DC1D8E969A41}" dt="2026-08-02T05:54:51.196" v="505" actId="21"/>
          <ac:spMkLst>
            <pc:docMk/>
            <pc:sldMk cId="281400264" sldId="273"/>
            <ac:spMk id="35" creationId="{0128CC96-CF5F-D0CB-6554-FDA264E6A21E}"/>
          </ac:spMkLst>
        </pc:spChg>
        <pc:spChg chg="add">
          <ac:chgData name="subiksha bala" userId="f0ffb5c5be3c5847" providerId="LiveId" clId="{47027C4A-3378-41F7-8578-DC1D8E969A41}" dt="2026-08-02T05:54:49.071" v="504" actId="22"/>
          <ac:spMkLst>
            <pc:docMk/>
            <pc:sldMk cId="281400264" sldId="273"/>
            <ac:spMk id="39" creationId="{D248B3CB-7C95-E4C0-8FB4-85AA645D6C40}"/>
          </ac:spMkLst>
        </pc:spChg>
      </pc:sldChg>
      <pc:sldChg chg="addSp delSp modSp new mod">
        <pc:chgData name="subiksha bala" userId="f0ffb5c5be3c5847" providerId="LiveId" clId="{47027C4A-3378-41F7-8578-DC1D8E969A41}" dt="2026-08-02T06:05:47.718" v="595" actId="1076"/>
        <pc:sldMkLst>
          <pc:docMk/>
          <pc:sldMk cId="1299091243" sldId="273"/>
        </pc:sldMkLst>
        <pc:spChg chg="del">
          <ac:chgData name="subiksha bala" userId="f0ffb5c5be3c5847" providerId="LiveId" clId="{47027C4A-3378-41F7-8578-DC1D8E969A41}" dt="2026-08-02T06:04:39.744" v="585" actId="21"/>
          <ac:spMkLst>
            <pc:docMk/>
            <pc:sldMk cId="1299091243" sldId="273"/>
            <ac:spMk id="2" creationId="{382E595C-597B-2640-6807-0ED4FD25A484}"/>
          </ac:spMkLst>
        </pc:spChg>
        <pc:spChg chg="del">
          <ac:chgData name="subiksha bala" userId="f0ffb5c5be3c5847" providerId="LiveId" clId="{47027C4A-3378-41F7-8578-DC1D8E969A41}" dt="2026-08-02T06:04:42.439" v="586" actId="21"/>
          <ac:spMkLst>
            <pc:docMk/>
            <pc:sldMk cId="1299091243" sldId="273"/>
            <ac:spMk id="3" creationId="{6E21E750-125E-48E0-5A7A-7B9413D016AE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5" creationId="{2BDA7EAA-DFEB-C2B9-842D-05ACB2A54962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9" creationId="{44E5933B-23B7-9B53-A9FE-4272FD003CFC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11" creationId="{84C77FF8-7FEB-240B-5E5E-D63FB7EDF6A2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15" creationId="{93588FB0-E13C-87AD-70EC-BEDE53493F9B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17" creationId="{2DD33174-8704-B0E1-DD53-5A203F86BAC1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19" creationId="{8DC19555-0BCD-B4B6-1E34-7EC03A185C39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21" creationId="{99EDDC87-8C9A-2011-57C6-7450D88DD616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25" creationId="{D3820D9A-E841-A8D8-6E74-2318E6EDFDCF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27" creationId="{0BAD3AA4-22E0-FE92-2EB1-91CA235ACAA0}"/>
          </ac:spMkLst>
        </pc:spChg>
        <pc:spChg chg="add del">
          <ac:chgData name="subiksha bala" userId="f0ffb5c5be3c5847" providerId="LiveId" clId="{47027C4A-3378-41F7-8578-DC1D8E969A41}" dt="2026-08-02T06:04:54.169" v="588" actId="22"/>
          <ac:spMkLst>
            <pc:docMk/>
            <pc:sldMk cId="1299091243" sldId="273"/>
            <ac:spMk id="33" creationId="{56323FF1-43CE-5269-7B9F-07260B325A29}"/>
          </ac:spMkLst>
        </pc:spChg>
        <pc:spChg chg="mod">
          <ac:chgData name="subiksha bala" userId="f0ffb5c5be3c5847" providerId="LiveId" clId="{47027C4A-3378-41F7-8578-DC1D8E969A41}" dt="2026-08-02T06:05:47.718" v="595" actId="1076"/>
          <ac:spMkLst>
            <pc:docMk/>
            <pc:sldMk cId="1299091243" sldId="273"/>
            <ac:spMk id="35" creationId="{01A56EC7-E70C-7550-BD6D-F62B0F471516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37" creationId="{AC8CE9E9-94A7-93CC-2A56-C7B1AC624CCF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39" creationId="{A5922798-1853-D686-372D-F23427B49919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43" creationId="{D48BC47A-C3FD-2D95-3750-E049752749B8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47" creationId="{44391F85-5CC8-7164-4CE9-0B83FABF4BCD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49" creationId="{42184E9A-A153-2FC4-6438-06106ACF475C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51" creationId="{C1CD89DF-9EF4-C6F0-5AC4-FE63ABC57231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57" creationId="{9B7FBCA6-5A08-90C4-09D3-7C03A3815F58}"/>
          </ac:spMkLst>
        </pc:spChg>
        <pc:spChg chg="add mod">
          <ac:chgData name="subiksha bala" userId="f0ffb5c5be3c5847" providerId="LiveId" clId="{47027C4A-3378-41F7-8578-DC1D8E969A41}" dt="2026-08-02T06:05:09.492" v="590" actId="207"/>
          <ac:spMkLst>
            <pc:docMk/>
            <pc:sldMk cId="1299091243" sldId="273"/>
            <ac:spMk id="59" creationId="{962BB2C8-54A2-F2A9-FB73-5CECBC78B78E}"/>
          </ac:spMkLst>
        </pc:spChg>
        <pc:spChg chg="add del mod">
          <ac:chgData name="subiksha bala" userId="f0ffb5c5be3c5847" providerId="LiveId" clId="{47027C4A-3378-41F7-8578-DC1D8E969A41}" dt="2026-08-02T06:05:37.358" v="593" actId="21"/>
          <ac:spMkLst>
            <pc:docMk/>
            <pc:sldMk cId="1299091243" sldId="273"/>
            <ac:spMk id="61" creationId="{52E36533-5B83-57DE-ACC3-EA58ED776AB6}"/>
          </ac:spMkLst>
        </pc:spChg>
        <pc:spChg chg="add del mod">
          <ac:chgData name="subiksha bala" userId="f0ffb5c5be3c5847" providerId="LiveId" clId="{47027C4A-3378-41F7-8578-DC1D8E969A41}" dt="2026-08-02T06:05:28.889" v="592" actId="21"/>
          <ac:spMkLst>
            <pc:docMk/>
            <pc:sldMk cId="1299091243" sldId="273"/>
            <ac:spMk id="63" creationId="{D22B487B-B8F6-CC18-F866-26D9818B0FEA}"/>
          </ac:spMkLst>
        </pc:spChg>
      </pc:sldChg>
      <pc:sldChg chg="modSp new del mod">
        <pc:chgData name="subiksha bala" userId="f0ffb5c5be3c5847" providerId="LiveId" clId="{47027C4A-3378-41F7-8578-DC1D8E969A41}" dt="2026-08-02T06:23:27.850" v="680" actId="2696"/>
        <pc:sldMkLst>
          <pc:docMk/>
          <pc:sldMk cId="1342033888" sldId="274"/>
        </pc:sldMkLst>
        <pc:spChg chg="mod">
          <ac:chgData name="subiksha bala" userId="f0ffb5c5be3c5847" providerId="LiveId" clId="{47027C4A-3378-41F7-8578-DC1D8E969A41}" dt="2026-08-02T06:20:40.351" v="598" actId="27636"/>
          <ac:spMkLst>
            <pc:docMk/>
            <pc:sldMk cId="1342033888" sldId="274"/>
            <ac:spMk id="3" creationId="{0AB92142-A2C8-43B1-C351-0962F271AB55}"/>
          </ac:spMkLst>
        </pc:spChg>
      </pc:sldChg>
      <pc:sldChg chg="addSp delSp modSp new del mod">
        <pc:chgData name="subiksha bala" userId="f0ffb5c5be3c5847" providerId="LiveId" clId="{47027C4A-3378-41F7-8578-DC1D8E969A41}" dt="2026-08-02T06:39:14.571" v="779" actId="2696"/>
        <pc:sldMkLst>
          <pc:docMk/>
          <pc:sldMk cId="1528088061" sldId="274"/>
        </pc:sldMkLst>
        <pc:spChg chg="del">
          <ac:chgData name="subiksha bala" userId="f0ffb5c5be3c5847" providerId="LiveId" clId="{47027C4A-3378-41F7-8578-DC1D8E969A41}" dt="2026-08-02T06:35:10.811" v="729" actId="21"/>
          <ac:spMkLst>
            <pc:docMk/>
            <pc:sldMk cId="1528088061" sldId="274"/>
            <ac:spMk id="2" creationId="{F4E1D964-66A2-8C68-E4AE-79E4BBC5DDAC}"/>
          </ac:spMkLst>
        </pc:spChg>
        <pc:spChg chg="add del">
          <ac:chgData name="subiksha bala" userId="f0ffb5c5be3c5847" providerId="LiveId" clId="{47027C4A-3378-41F7-8578-DC1D8E969A41}" dt="2026-08-02T06:37:50.047" v="778" actId="21"/>
          <ac:spMkLst>
            <pc:docMk/>
            <pc:sldMk cId="1528088061" sldId="274"/>
            <ac:spMk id="3" creationId="{88F599D4-548A-4B51-0D23-30A2976D92D0}"/>
          </ac:spMkLst>
        </pc:spChg>
        <pc:spChg chg="add mod">
          <ac:chgData name="subiksha bala" userId="f0ffb5c5be3c5847" providerId="LiveId" clId="{47027C4A-3378-41F7-8578-DC1D8E969A41}" dt="2026-08-02T06:35:14.481" v="731"/>
          <ac:spMkLst>
            <pc:docMk/>
            <pc:sldMk cId="1528088061" sldId="274"/>
            <ac:spMk id="4" creationId="{88F599D4-548A-4B51-0D23-30A2976D92D0}"/>
          </ac:spMkLst>
        </pc:spChg>
        <pc:spChg chg="add del">
          <ac:chgData name="subiksha bala" userId="f0ffb5c5be3c5847" providerId="LiveId" clId="{47027C4A-3378-41F7-8578-DC1D8E969A41}" dt="2026-08-02T06:37:49.128" v="776" actId="21"/>
          <ac:spMkLst>
            <pc:docMk/>
            <pc:sldMk cId="1528088061" sldId="274"/>
            <ac:spMk id="6" creationId="{FE28CC07-ED65-C080-6C96-7A6BFBACD418}"/>
          </ac:spMkLst>
        </pc:spChg>
        <pc:spChg chg="mod">
          <ac:chgData name="subiksha bala" userId="f0ffb5c5be3c5847" providerId="LiveId" clId="{47027C4A-3378-41F7-8578-DC1D8E969A41}" dt="2026-08-02T06:37:48.825" v="775" actId="207"/>
          <ac:spMkLst>
            <pc:docMk/>
            <pc:sldMk cId="1528088061" sldId="274"/>
            <ac:spMk id="8" creationId="{3FD4EB9F-1A8D-3CCA-B9BD-135DEB391805}"/>
          </ac:spMkLst>
        </pc:spChg>
        <pc:spChg chg="add del mod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10" creationId="{B428BED3-57A5-28F7-86AE-6F66B31FECB7}"/>
          </ac:spMkLst>
        </pc:spChg>
        <pc:spChg chg="add del mod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12" creationId="{12260802-53E7-B5A1-4CBD-889F24C5E4BD}"/>
          </ac:spMkLst>
        </pc:spChg>
        <pc:spChg chg="mod">
          <ac:chgData name="subiksha bala" userId="f0ffb5c5be3c5847" providerId="LiveId" clId="{47027C4A-3378-41F7-8578-DC1D8E969A41}" dt="2026-08-02T06:37:31.963" v="760" actId="14100"/>
          <ac:spMkLst>
            <pc:docMk/>
            <pc:sldMk cId="1528088061" sldId="274"/>
            <ac:spMk id="14" creationId="{B33663C7-CE7B-75B8-EE62-A1422B231AF8}"/>
          </ac:spMkLst>
        </pc:spChg>
        <pc:spChg chg="add del mod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16" creationId="{C5D9D8B4-5D94-0CB1-237E-BC4DA2DFCA98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18" creationId="{C59CB278-A5E5-7C27-4DA3-ADE927B9A0ED}"/>
          </ac:spMkLst>
        </pc:spChg>
        <pc:spChg chg="mod">
          <ac:chgData name="subiksha bala" userId="f0ffb5c5be3c5847" providerId="LiveId" clId="{47027C4A-3378-41F7-8578-DC1D8E969A41}" dt="2026-08-02T06:37:35.597" v="766" actId="14100"/>
          <ac:spMkLst>
            <pc:docMk/>
            <pc:sldMk cId="1528088061" sldId="274"/>
            <ac:spMk id="20" creationId="{FB117C8D-76AB-CBB1-1236-7951D4506DF3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22" creationId="{EFB669CC-0901-4D22-4D65-FBF6809F76A8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26" creationId="{43C23D55-3E79-7AC7-49B7-78F53862568C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28" creationId="{10B17CA1-2AF2-97DC-14ED-9F499075A674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32" creationId="{24017C00-E212-9412-B61D-175D3B644AC6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34" creationId="{C3344642-3CFD-6419-460A-5FFE128A8B50}"/>
          </ac:spMkLst>
        </pc:spChg>
        <pc:spChg chg="add del">
          <ac:chgData name="subiksha bala" userId="f0ffb5c5be3c5847" providerId="LiveId" clId="{47027C4A-3378-41F7-8578-DC1D8E969A41}" dt="2026-08-02T06:37:49.786" v="777" actId="22"/>
          <ac:spMkLst>
            <pc:docMk/>
            <pc:sldMk cId="1528088061" sldId="274"/>
            <ac:spMk id="40" creationId="{8C20E62A-E4B5-9F44-27AD-4797E512425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1"/>
                </a:solidFill>
                <a:latin typeface="Cambria"/>
              </a:defRPr>
            </a:pPr>
            <a:r>
              <a:rPr lang="en-US" sz="1300" b="0" i="0" u="none" strike="noStrike" dirty="0">
                <a:solidFill>
                  <a:schemeClr val="bg1"/>
                </a:solidFill>
                <a:latin typeface="Cambria"/>
              </a:rPr>
              <a:t>TOP</a:t>
            </a:r>
            <a:r>
              <a:rPr lang="en-US" sz="1300" b="0" i="0" u="none" strike="noStrike" baseline="0" dirty="0">
                <a:solidFill>
                  <a:schemeClr val="bg1"/>
                </a:solidFill>
                <a:latin typeface="Cambria"/>
              </a:rPr>
              <a:t> </a:t>
            </a:r>
            <a:r>
              <a:rPr lang="en-US" sz="1300" b="0" i="0" u="none" strike="noStrike" dirty="0">
                <a:solidFill>
                  <a:schemeClr val="bg1"/>
                </a:solidFill>
                <a:latin typeface="Cambria"/>
              </a:rPr>
              <a:t> 5 TEAMS BY</a:t>
            </a:r>
            <a:r>
              <a:rPr lang="en-US" sz="1300" b="0" i="0" u="none" strike="noStrike" baseline="0" dirty="0">
                <a:solidFill>
                  <a:schemeClr val="bg1"/>
                </a:solidFill>
                <a:latin typeface="Cambria"/>
              </a:rPr>
              <a:t> </a:t>
            </a:r>
            <a:r>
              <a:rPr lang="en-US" sz="1300" b="0" i="0" u="none" strike="noStrike" dirty="0">
                <a:solidFill>
                  <a:schemeClr val="bg1"/>
                </a:solidFill>
                <a:latin typeface="Cambria"/>
              </a:rPr>
              <a:t> MATCH</a:t>
            </a:r>
            <a:r>
              <a:rPr lang="en-US" sz="1300" b="0" i="0" u="none" strike="noStrike" baseline="0" dirty="0">
                <a:solidFill>
                  <a:schemeClr val="bg1"/>
                </a:solidFill>
                <a:latin typeface="Cambria"/>
              </a:rPr>
              <a:t> WINS</a:t>
            </a:r>
            <a:r>
              <a:rPr lang="en-US" sz="1300" b="0" i="0" u="none" strike="noStrike" dirty="0">
                <a:solidFill>
                  <a:schemeClr val="bg1"/>
                </a:solidFill>
                <a:latin typeface="Cambria"/>
              </a:rPr>
              <a:t> 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Wins</c:v>
                </c:pt>
              </c:strCache>
            </c:strRef>
          </c:tx>
          <c:spPr>
            <a:solidFill>
              <a:srgbClr val="1B4332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86E7-448D-8462-25C10B523D4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6E7-448D-8462-25C10B523D4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6E7-448D-8462-25C10B523D4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6E7-448D-8462-25C10B523D4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6E7-448D-8462-25C10B523D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Australia</c:v>
                </c:pt>
                <c:pt idx="1">
                  <c:v>India</c:v>
                </c:pt>
                <c:pt idx="2">
                  <c:v>England</c:v>
                </c:pt>
                <c:pt idx="3">
                  <c:v>South Africa</c:v>
                </c:pt>
                <c:pt idx="4">
                  <c:v>New Zealand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536</c:v>
                </c:pt>
                <c:pt idx="1">
                  <c:v>495</c:v>
                </c:pt>
                <c:pt idx="2">
                  <c:v>438</c:v>
                </c:pt>
                <c:pt idx="3">
                  <c:v>415</c:v>
                </c:pt>
                <c:pt idx="4">
                  <c:v>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BA-43CB-8BD5-ED6C391F4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chemeClr val="bg1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chemeClr val="bg1"/>
                </a:solidFill>
                <a:latin typeface="Cambria"/>
              </a:rPr>
              <a:t>Top 5 Venues by Matches Hosted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Matches Hosted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Harare Sports Club</c:v>
                </c:pt>
                <c:pt idx="1">
                  <c:v>Dubai Intl.</c:v>
                </c:pt>
                <c:pt idx="2">
                  <c:v>Shere Bangla Natl.</c:v>
                </c:pt>
                <c:pt idx="3">
                  <c:v>Eden Gardens</c:v>
                </c:pt>
                <c:pt idx="4">
                  <c:v>Sheikh Zayed Stadium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</c:v>
                </c:pt>
                <c:pt idx="1">
                  <c:v>118</c:v>
                </c:pt>
                <c:pt idx="2">
                  <c:v>99</c:v>
                </c:pt>
                <c:pt idx="3">
                  <c:v>96</c:v>
                </c:pt>
                <c:pt idx="4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68-4A13-B864-0617B39D89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6">
        <a:lumMod val="75000"/>
      </a:scheme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B4332"/>
                </a:solidFill>
                <a:latin typeface="Cambria"/>
              </a:rPr>
              <a:t>How Matches Are Won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0C-4B37-8A22-F95E2DFA1908}"/>
              </c:ext>
            </c:extLst>
          </c:dPt>
          <c:dPt>
            <c:idx val="1"/>
            <c:bubble3D val="0"/>
            <c:spPr>
              <a:solidFill>
                <a:srgbClr val="E9B4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0C-4B37-8A22-F95E2DFA1908}"/>
              </c:ext>
            </c:extLst>
          </c:dPt>
          <c:dPt>
            <c:idx val="2"/>
            <c:bubble3D val="0"/>
            <c:spPr>
              <a:solidFill>
                <a:srgbClr val="9BB8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0C-4B37-8A22-F95E2DFA1908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0C-4B37-8A22-F95E2DFA1908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0C-4B37-8A22-F95E2DFA1908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0C-4B37-8A22-F95E2DFA190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Won by Runs</c:v>
                </c:pt>
                <c:pt idx="1">
                  <c:v>Won by Wickets</c:v>
                </c:pt>
                <c:pt idx="2">
                  <c:v>Other / Tie / No Result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2672</c:v>
                </c:pt>
                <c:pt idx="1">
                  <c:v>2604</c:v>
                </c:pt>
                <c:pt idx="2">
                  <c:v>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0C-4B37-8A22-F95E2DFA1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2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CDD4-00D4-CBC4-A294-99618D95B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5425-ABD6-4FCE-B033-A0CB28296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4EE8C-7C3A-804A-7AAD-E254290E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26A9-8B4C-362A-11F6-BB637E89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8E596-547D-53BA-B48C-74349B68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68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D53F-AEFE-8518-2625-B5523424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6160-7122-4FD0-1533-714517B96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F1D87-6CD9-0FDA-5CA1-0278794F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EC1CB-84BC-FE63-B385-2A7A5F18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D26FF-AC68-29AE-E4F5-B08F7B2B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6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7FAE-4654-3DC1-7653-818F2EC4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7D2E2-6E4B-98EB-D91A-CA1692D9F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BD216-5877-D5C3-5267-6D57C132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6F39C-790A-6473-5829-152576C2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5F70-A05B-CF92-D6BA-73E95715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3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74B6-318C-C003-38C7-8C4BA405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93AF-83D4-D19E-E185-C1EFFBF15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2F607-E4A9-C6A6-EC97-DC80893B7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A4D8C-4072-03F1-62E5-3FFE935E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C6F1A-507B-F9C6-A8AC-B0BDA5F46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48759-0496-408E-9E34-48E3DDB5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0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D462-919B-F909-C23B-146AFE31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A5BEB-8CE3-C19F-FBD4-16F28D554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DB18D-A67B-EE92-EBF5-F2AC0E457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AEE2F-9B7F-8748-29DF-98E9416F6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5AF15-A01D-8CFB-417A-BE7272964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9C32-00C1-CD0A-32AE-B6E45E62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6DD2D-E4D2-F28A-AD88-17CEB428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4D450-07DE-8618-0C36-3EE66933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05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5112-E229-6673-A56D-490E09C8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8C42-092F-5A09-01C3-AAD9C794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ED209-BDB7-11D5-7DE0-C695EF1E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F69A3-0CF7-30A6-31B1-8657F8E0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0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B6C24-D55C-DA5C-6CDD-361862848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C8B56-12A4-89DB-B34C-57EEC864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09836-51C3-C124-68C7-85A81A18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5B5B-8F71-486C-1D20-97AFED3F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7A812-144F-E9A0-9BF8-05CFB2D20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47FB3-F4BF-8A6B-1E3A-23C17C311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2FFA2-ABC1-F8D3-FC30-4701E99C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96A3B-D052-02ED-99C2-46B799F3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FCC56-879C-CD8D-4F1B-B14FE9CB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3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1CC3-A6C2-1351-BB5F-B46E0A10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B4574-59DC-A672-0C73-45B6AEBB5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2A23-7E43-4E8A-5035-DAFB76C62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D8967-607D-38E1-9B26-869CC95E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F0217-7C69-DA87-6C06-C3BC8A74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D9EC4-064A-0EA2-13F3-B04C7FB5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06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F9D1-0067-B671-5864-9C75B471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88767-262D-6596-F592-330C94DD1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CA251-A027-B7C9-F11F-9D7119FD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2699C-EB38-2F37-D334-FD9AEA8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BE69D-3306-5FD0-F0DF-31BFAE3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31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39136-3248-B837-B14B-5B6617A67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5CBB6-CB09-4E7C-28CB-1BE23C384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296FC-419C-9196-C4C8-1C6CF969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C800A-32B1-8734-4F6E-8B152406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004D9-27F5-A6C0-02FB-E70D3080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23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178AB-2530-F630-436A-053CFAAB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96398-94A2-2B7F-5DED-E3B70EB34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CFF39-97DA-FA07-E0C9-C3578506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FC288-6C11-4960-A7CC-5A0CB4D26FA9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D4F0D-9D11-2C49-7E0E-449C713F1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C7E8-84DA-3E43-74CA-44938A685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0A139-7ADA-446B-834E-996E01199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66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501F80E-543B-8694-803E-E68934DA65D6}"/>
              </a:ext>
            </a:extLst>
          </p:cNvPr>
          <p:cNvSpPr txBox="1">
            <a:spLocks/>
          </p:cNvSpPr>
          <p:nvPr/>
        </p:nvSpPr>
        <p:spPr>
          <a:xfrm>
            <a:off x="1150069" y="1040087"/>
            <a:ext cx="10086681" cy="719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CRICSHEET MATCH ANALYSIS</a:t>
            </a:r>
            <a:endParaRPr lang="en-IN" sz="4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4D78A3-F8EE-C3E7-DF0D-2823895C3AC9}"/>
              </a:ext>
            </a:extLst>
          </p:cNvPr>
          <p:cNvSpPr txBox="1">
            <a:spLocks/>
          </p:cNvSpPr>
          <p:nvPr/>
        </p:nvSpPr>
        <p:spPr>
          <a:xfrm>
            <a:off x="1150069" y="2121031"/>
            <a:ext cx="10086681" cy="432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SPORTS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59024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B23A2DE-5221-761B-DCAD-84C8A9DB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5" y="36512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1A3448-8B50-B566-0C95-142621317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06244" y="1612490"/>
            <a:ext cx="12537826" cy="4880384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Cricsheet Website</a:t>
            </a:r>
          </a:p>
          <a:p>
            <a:pPr marL="0" indent="0" algn="ctr">
              <a:buNone/>
            </a:pPr>
            <a:r>
              <a:rPr lang="en-IN" b="1" dirty="0"/>
              <a:t>      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Web Scraping (Selenium)</a:t>
            </a:r>
          </a:p>
          <a:p>
            <a:pPr marL="0" indent="0" algn="ctr">
              <a:buNone/>
            </a:pPr>
            <a:r>
              <a:rPr lang="en-IN" b="1" dirty="0"/>
              <a:t>      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Data Extraction (JSON Files)</a:t>
            </a:r>
          </a:p>
          <a:p>
            <a:pPr marL="0" indent="0" algn="ctr">
              <a:buNone/>
            </a:pPr>
            <a:r>
              <a:rPr lang="en-IN" b="1" dirty="0"/>
              <a:t>      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Data Preprocessing (Python &amp; Pandas)</a:t>
            </a:r>
          </a:p>
          <a:p>
            <a:pPr marL="0" indent="0" algn="ctr">
              <a:buNone/>
            </a:pPr>
            <a:r>
              <a:rPr lang="en-IN" b="1" dirty="0"/>
              <a:t>      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SQLite Database</a:t>
            </a:r>
          </a:p>
          <a:p>
            <a:pPr marL="0" indent="0" algn="ctr">
              <a:buNone/>
            </a:pPr>
            <a:r>
              <a:rPr lang="en-IN" b="1" dirty="0"/>
              <a:t>    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SQL Analysis (20 Queries)</a:t>
            </a:r>
          </a:p>
          <a:p>
            <a:pPr marL="0" indent="0" algn="ctr">
              <a:buNone/>
            </a:pPr>
            <a:r>
              <a:rPr lang="en-IN" b="1" dirty="0"/>
              <a:t>    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EDA (Python)</a:t>
            </a:r>
          </a:p>
          <a:p>
            <a:pPr marL="0" indent="0" algn="ctr">
              <a:buNone/>
            </a:pPr>
            <a:r>
              <a:rPr lang="en-IN" b="1" dirty="0"/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C00000"/>
                </a:solidFill>
              </a:rPr>
              <a:t>Power BI Dashboard</a:t>
            </a:r>
            <a:r>
              <a:rPr lang="en-IN" b="1" dirty="0"/>
              <a:t> ↓</a:t>
            </a:r>
          </a:p>
        </p:txBody>
      </p:sp>
    </p:spTree>
    <p:extLst>
      <p:ext uri="{BB962C8B-B14F-4D97-AF65-F5344CB8AC3E}">
        <p14:creationId xmlns:p14="http://schemas.microsoft.com/office/powerpoint/2010/main" val="3979123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139267A4-4562-E8A4-0617-4929EDB0333E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PREPROCESSING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F1AF321-9EEA-B711-7326-4ECF6B181EEB}"/>
              </a:ext>
            </a:extLst>
          </p:cNvPr>
          <p:cNvSpPr/>
          <p:nvPr/>
        </p:nvSpPr>
        <p:spPr>
          <a:xfrm>
            <a:off x="502920" y="14173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EB41FF7-CD1F-E5E0-15BD-D7C273F01648}"/>
              </a:ext>
            </a:extLst>
          </p:cNvPr>
          <p:cNvSpPr/>
          <p:nvPr/>
        </p:nvSpPr>
        <p:spPr>
          <a:xfrm>
            <a:off x="502920" y="1536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5,641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6CFD987-9C08-E3BF-3229-44891F194319}"/>
              </a:ext>
            </a:extLst>
          </p:cNvPr>
          <p:cNvSpPr/>
          <p:nvPr/>
        </p:nvSpPr>
        <p:spPr>
          <a:xfrm>
            <a:off x="594360" y="22860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633955F-351E-390F-768E-5BC532F8D7F6}"/>
              </a:ext>
            </a:extLst>
          </p:cNvPr>
          <p:cNvSpPr/>
          <p:nvPr/>
        </p:nvSpPr>
        <p:spPr>
          <a:xfrm>
            <a:off x="2377440" y="14173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4621D4D-4B6C-B6EF-DD10-4479FCF1C9DB}"/>
              </a:ext>
            </a:extLst>
          </p:cNvPr>
          <p:cNvSpPr/>
          <p:nvPr/>
        </p:nvSpPr>
        <p:spPr>
          <a:xfrm>
            <a:off x="2377440" y="1536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3.8M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D40045C-7BD8-5824-E0D1-957C6B58134F}"/>
              </a:ext>
            </a:extLst>
          </p:cNvPr>
          <p:cNvSpPr/>
          <p:nvPr/>
        </p:nvSpPr>
        <p:spPr>
          <a:xfrm>
            <a:off x="2468880" y="22860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0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1C711CE2-D0F1-1958-B5B9-08D12D8FAA96}"/>
              </a:ext>
            </a:extLst>
          </p:cNvPr>
          <p:cNvSpPr/>
          <p:nvPr/>
        </p:nvSpPr>
        <p:spPr>
          <a:xfrm>
            <a:off x="4251960" y="141732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F525020-1E72-AFE7-DC2E-3F9E90ECDD8F}"/>
              </a:ext>
            </a:extLst>
          </p:cNvPr>
          <p:cNvSpPr/>
          <p:nvPr/>
        </p:nvSpPr>
        <p:spPr>
          <a:xfrm>
            <a:off x="4251960" y="1536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DD045D4-01AD-424B-D1C3-973C2A64087B}"/>
              </a:ext>
            </a:extLst>
          </p:cNvPr>
          <p:cNvSpPr/>
          <p:nvPr/>
        </p:nvSpPr>
        <p:spPr>
          <a:xfrm>
            <a:off x="4343400" y="22860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584D0F88-F874-E91E-1CD0-6F24D06B2CD0}"/>
              </a:ext>
            </a:extLst>
          </p:cNvPr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Type Breakdown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7E38E117-E308-11C8-FC0B-98A834BD7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690458"/>
              </p:ext>
            </p:extLst>
          </p:nvPr>
        </p:nvGraphicFramePr>
        <p:xfrm>
          <a:off x="462116" y="3843184"/>
          <a:ext cx="5344324" cy="1478625"/>
        </p:xfrm>
        <a:graphic>
          <a:graphicData uri="http://schemas.openxmlformats.org/drawingml/2006/table">
            <a:tbl>
              <a:tblPr/>
              <a:tblGrid>
                <a:gridCol w="2669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Files</a:t>
                      </a:r>
                      <a:endParaRPr lang="en-US" sz="11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 </a:t>
                      </a: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(Intl. T20)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12">
            <a:extLst>
              <a:ext uri="{FF2B5EF4-FFF2-40B4-BE49-F238E27FC236}">
                <a16:creationId xmlns:a16="http://schemas.microsoft.com/office/drawing/2014/main" id="{C94337AA-A311-5AA5-7478-C23B495C1120}"/>
              </a:ext>
            </a:extLst>
          </p:cNvPr>
          <p:cNvSpPr/>
          <p:nvPr/>
        </p:nvSpPr>
        <p:spPr>
          <a:xfrm>
            <a:off x="6355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Missing-Value Summary (matches table)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33" name="Table 1">
            <a:extLst>
              <a:ext uri="{FF2B5EF4-FFF2-40B4-BE49-F238E27FC236}">
                <a16:creationId xmlns:a16="http://schemas.microsoft.com/office/drawing/2014/main" id="{798DD49B-272A-D3A7-EB70-6AF7723A5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02579"/>
              </p:ext>
            </p:extLst>
          </p:nvPr>
        </p:nvGraphicFramePr>
        <p:xfrm>
          <a:off x="6355080" y="1737360"/>
          <a:ext cx="534924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0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win_by_runs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2,969 (no-result / won by wickets)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win_by_wickets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3,037 (no-result / won by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 14">
            <a:extLst>
              <a:ext uri="{FF2B5EF4-FFF2-40B4-BE49-F238E27FC236}">
                <a16:creationId xmlns:a16="http://schemas.microsoft.com/office/drawing/2014/main" id="{F0C6306B-940A-7922-ADE6-EA3CF1F45CA7}"/>
              </a:ext>
            </a:extLst>
          </p:cNvPr>
          <p:cNvSpPr/>
          <p:nvPr/>
        </p:nvSpPr>
        <p:spPr>
          <a:xfrm>
            <a:off x="635508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2F29F66A-7B7C-7EC1-3B72-21EF839720E8}"/>
              </a:ext>
            </a:extLst>
          </p:cNvPr>
          <p:cNvSpPr/>
          <p:nvPr/>
        </p:nvSpPr>
        <p:spPr>
          <a:xfrm>
            <a:off x="6385560" y="4114800"/>
            <a:ext cx="5349240" cy="1061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rows found in both matches and deliveries tables.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9730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0E6A7666-96A9-10C1-41D6-600735B4C2B3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 DESIGN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D410B2C-413B-42E1-E481-B5CCA942388B}"/>
              </a:ext>
            </a:extLst>
          </p:cNvPr>
          <p:cNvSpPr/>
          <p:nvPr/>
        </p:nvSpPr>
        <p:spPr>
          <a:xfrm>
            <a:off x="502920" y="141732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28964DD-4575-E3FC-120B-BF7CE6E746A5}"/>
              </a:ext>
            </a:extLst>
          </p:cNvPr>
          <p:cNvSpPr/>
          <p:nvPr/>
        </p:nvSpPr>
        <p:spPr>
          <a:xfrm>
            <a:off x="502920" y="1417320"/>
            <a:ext cx="3566160" cy="5029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A502E97-4E8B-E877-E43B-CC44D8F205F5}"/>
              </a:ext>
            </a:extLst>
          </p:cNvPr>
          <p:cNvSpPr/>
          <p:nvPr/>
        </p:nvSpPr>
        <p:spPr>
          <a:xfrm>
            <a:off x="50292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</a:t>
            </a:r>
            <a:endParaRPr lang="en-US" sz="1500" dirty="0">
              <a:solidFill>
                <a:srgbClr val="C00000"/>
              </a:solidFill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0B2968B-4317-4E60-34B5-C981EE1CDFEA}"/>
              </a:ext>
            </a:extLst>
          </p:cNvPr>
          <p:cNvSpPr/>
          <p:nvPr/>
        </p:nvSpPr>
        <p:spPr>
          <a:xfrm>
            <a:off x="731520" y="21031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match_id · match_type · gender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event_name · match_date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team1 · team2 · venue · city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toss_winner · toss_decision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winner · win_by_runs/wickets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player_of_match</a:t>
            </a:r>
            <a:endParaRPr lang="en-US" sz="14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A8BC3345-6211-4DF0-7560-95416DF99A2F}"/>
              </a:ext>
            </a:extLst>
          </p:cNvPr>
          <p:cNvSpPr/>
          <p:nvPr/>
        </p:nvSpPr>
        <p:spPr>
          <a:xfrm>
            <a:off x="4297680" y="141732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5CB46363-876B-6F89-1CB9-C4BD71264A18}"/>
              </a:ext>
            </a:extLst>
          </p:cNvPr>
          <p:cNvSpPr/>
          <p:nvPr/>
        </p:nvSpPr>
        <p:spPr>
          <a:xfrm>
            <a:off x="4297680" y="1417320"/>
            <a:ext cx="3566160" cy="5029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6E0E204-138C-EF6E-E505-73E297AFFE16}"/>
              </a:ext>
            </a:extLst>
          </p:cNvPr>
          <p:cNvSpPr/>
          <p:nvPr/>
        </p:nvSpPr>
        <p:spPr>
          <a:xfrm>
            <a:off x="42976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deliveries</a:t>
            </a:r>
            <a:endParaRPr lang="en-US" sz="1500" dirty="0">
              <a:solidFill>
                <a:srgbClr val="C00000"/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8C74924-FB28-CA67-16A1-469DE377BEA8}"/>
              </a:ext>
            </a:extLst>
          </p:cNvPr>
          <p:cNvSpPr/>
          <p:nvPr/>
        </p:nvSpPr>
        <p:spPr>
          <a:xfrm>
            <a:off x="4526280" y="21031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· match_id · innings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over_number · ball_number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batting_team · batter · bowler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non_striker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runs_batter · runs_extras · runs_total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wicket · wicket_kind · player_out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76D6EF5-AA99-9B1B-6B61-597F1C633689}"/>
              </a:ext>
            </a:extLst>
          </p:cNvPr>
          <p:cNvSpPr/>
          <p:nvPr/>
        </p:nvSpPr>
        <p:spPr>
          <a:xfrm>
            <a:off x="835152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Data Note</a:t>
            </a:r>
            <a:endParaRPr lang="en-US" sz="1350" dirty="0">
              <a:solidFill>
                <a:srgbClr val="C00000"/>
              </a:solidFill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AD1992EF-F0A8-F4B8-8663-56443C390A77}"/>
              </a:ext>
            </a:extLst>
          </p:cNvPr>
          <p:cNvSpPr/>
          <p:nvPr/>
        </p:nvSpPr>
        <p:spPr>
          <a:xfrm>
            <a:off x="8321040" y="20574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match_type stores Cricsheet's internal tag rather than the source folder. IPL matches are tagged 'T20' (same as domestic T20), while 'IT20' captures international T20Is separately. Flagged for a future refinement pass using the folder label instead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ED5B25B-F197-3F59-AF66-D7E0C23A259D}"/>
              </a:ext>
            </a:extLst>
          </p:cNvPr>
          <p:cNvSpPr/>
          <p:nvPr/>
        </p:nvSpPr>
        <p:spPr>
          <a:xfrm>
            <a:off x="548640" y="5029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Tables loaded: 5,641 matches  ·  3,799,833 deliveries  ·  0 duplicate rows</a:t>
            </a:r>
            <a:endParaRPr lang="en-US" sz="16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C08625E9-8914-2223-3ECF-0ABD9DE34328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4979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8AF38C48-33A9-2681-2A1C-10B36BBCFFEB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TEAM &amp; MATCH INSIGHTS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9C15AF8D-A067-7162-9D59-BF8EEEDD78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508138"/>
              </p:ext>
            </p:extLst>
          </p:nvPr>
        </p:nvGraphicFramePr>
        <p:xfrm>
          <a:off x="384933" y="13258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DCBA5C92-65F2-27AF-2C1E-C8BC567C64FB}"/>
              </a:ext>
            </a:extLst>
          </p:cNvPr>
          <p:cNvSpPr/>
          <p:nvPr/>
        </p:nvSpPr>
        <p:spPr>
          <a:xfrm>
            <a:off x="7498080" y="15544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BA8A16B-0418-5345-A44F-991210390D4D}"/>
              </a:ext>
            </a:extLst>
          </p:cNvPr>
          <p:cNvSpPr/>
          <p:nvPr/>
        </p:nvSpPr>
        <p:spPr>
          <a:xfrm>
            <a:off x="7726680" y="1664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498.42</a:t>
            </a:r>
            <a:endParaRPr lang="en-US" sz="1900" dirty="0">
              <a:solidFill>
                <a:srgbClr val="C00000"/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4FDE151-9B5D-29D0-7C11-FF186804FD55}"/>
              </a:ext>
            </a:extLst>
          </p:cNvPr>
          <p:cNvSpPr/>
          <p:nvPr/>
        </p:nvSpPr>
        <p:spPr>
          <a:xfrm>
            <a:off x="7726680" y="2212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runs scored per match</a:t>
            </a:r>
            <a:endParaRPr lang="en-US" sz="14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0354072F-8048-9CD7-FD97-C1B24FC851C6}"/>
              </a:ext>
            </a:extLst>
          </p:cNvPr>
          <p:cNvSpPr/>
          <p:nvPr/>
        </p:nvSpPr>
        <p:spPr>
          <a:xfrm>
            <a:off x="7498080" y="297180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43253AD4-28D4-5DD2-D578-7B082D90CC1E}"/>
              </a:ext>
            </a:extLst>
          </p:cNvPr>
          <p:cNvSpPr/>
          <p:nvPr/>
        </p:nvSpPr>
        <p:spPr>
          <a:xfrm>
            <a:off x="7726680" y="3081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2,909 / 2,732</a:t>
            </a:r>
            <a:endParaRPr lang="en-US" sz="1900" dirty="0">
              <a:solidFill>
                <a:srgbClr val="C00000"/>
              </a:solidFill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3DBB1A0-E7BB-FD9E-6381-8CE5D6AAEB2E}"/>
              </a:ext>
            </a:extLst>
          </p:cNvPr>
          <p:cNvSpPr/>
          <p:nvPr/>
        </p:nvSpPr>
        <p:spPr>
          <a:xfrm>
            <a:off x="772668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choosing to Field First vs Bat First at toss</a:t>
            </a:r>
            <a:endParaRPr lang="en-US" sz="14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6BB998BF-1F84-9138-4B12-6CF158E3ECEF}"/>
              </a:ext>
            </a:extLst>
          </p:cNvPr>
          <p:cNvSpPr/>
          <p:nvPr/>
        </p:nvSpPr>
        <p:spPr>
          <a:xfrm>
            <a:off x="7498080" y="438912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A42B4AE8-5FAC-ED0D-BEB1-FCE09BF77DE5}"/>
              </a:ext>
            </a:extLst>
          </p:cNvPr>
          <p:cNvSpPr/>
          <p:nvPr/>
        </p:nvSpPr>
        <p:spPr>
          <a:xfrm>
            <a:off x="7726680" y="4498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&amp; England (880)</a:t>
            </a:r>
            <a:endParaRPr lang="en-US" sz="1900" dirty="0">
              <a:solidFill>
                <a:srgbClr val="C00000"/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169388E-0EC8-93AE-0B09-230E9E684F10}"/>
              </a:ext>
            </a:extLst>
          </p:cNvPr>
          <p:cNvSpPr/>
          <p:nvPr/>
        </p:nvSpPr>
        <p:spPr>
          <a:xfrm>
            <a:off x="7726680" y="5047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matches</a:t>
            </a: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of any team</a:t>
            </a:r>
            <a:endParaRPr lang="en-US" sz="11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9A3E99D4-B530-4E90-4BF0-60B641089EBF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7719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71865A7D-3647-155C-39E3-DDBA6E6EE61C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PLAYER INSIGHTS</a:t>
            </a:r>
            <a:endParaRPr lang="en-US" sz="28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2390CCCD-9170-60CB-C9E2-F8B8D6D80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712342"/>
              </p:ext>
            </p:extLst>
          </p:nvPr>
        </p:nvGraphicFramePr>
        <p:xfrm>
          <a:off x="502920" y="1463040"/>
          <a:ext cx="1115568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Run Scorers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Kohli (33,395) · RG Sharma (23,164) · AB de Villiers (22,798) · DA Warner (21,976)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Wicket Takers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Anderson (973) · R Ashwin (924) · SCJ Broad (814) · MA Starc (793)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Player-of-the-Match Awards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Kohli (77) · AB de Villiers (55) · RG Sharma (51) · DA Warner (42)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Team Innings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England — 823 runs (highest single-innings total in the dataset)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3">
            <a:extLst>
              <a:ext uri="{FF2B5EF4-FFF2-40B4-BE49-F238E27FC236}">
                <a16:creationId xmlns:a16="http://schemas.microsoft.com/office/drawing/2014/main" id="{A5692C55-D7AA-B7DF-69FB-A129AD778C1C}"/>
              </a:ext>
            </a:extLst>
          </p:cNvPr>
          <p:cNvSpPr/>
          <p:nvPr/>
        </p:nvSpPr>
        <p:spPr>
          <a:xfrm>
            <a:off x="502920" y="464515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Virat Kohli leads both run-scoring and Player-of-the-Match awards across the full 2001-2026 dataset, with James Anderson topping the wicket-taking charts — reflecting his volume across a long Test career.</a:t>
            </a:r>
            <a:endParaRPr lang="en-US" sz="1400" b="1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7D3A101-D12E-180C-803E-F9052690E302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1891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C7E7B16C-09F7-602C-E405-019AE30E2418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VENUE, CITY &amp; FORMAT INSIGHTS</a:t>
            </a:r>
            <a:endParaRPr lang="en-US" sz="28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7A11348A-755B-EB16-D4B6-749D049D7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073642"/>
              </p:ext>
            </p:extLst>
          </p:nvPr>
        </p:nvGraphicFramePr>
        <p:xfrm>
          <a:off x="502920" y="14173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2">
            <a:extLst>
              <a:ext uri="{FF2B5EF4-FFF2-40B4-BE49-F238E27FC236}">
                <a16:creationId xmlns:a16="http://schemas.microsoft.com/office/drawing/2014/main" id="{FC5B4051-0042-122A-ABD8-831FE30D5DE0}"/>
              </a:ext>
            </a:extLst>
          </p:cNvPr>
          <p:cNvSpPr/>
          <p:nvPr/>
        </p:nvSpPr>
        <p:spPr>
          <a:xfrm>
            <a:off x="749808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Cities by Match Count</a:t>
            </a:r>
            <a:endParaRPr lang="en-US" sz="1300" dirty="0">
              <a:solidFill>
                <a:schemeClr val="accent1"/>
              </a:solidFill>
            </a:endParaRPr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74CFF650-F373-FF42-5849-1D20F227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999557"/>
              </p:ext>
            </p:extLst>
          </p:nvPr>
        </p:nvGraphicFramePr>
        <p:xfrm>
          <a:off x="7498080" y="1783080"/>
          <a:ext cx="4160520" cy="173736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4">
            <a:extLst>
              <a:ext uri="{FF2B5EF4-FFF2-40B4-BE49-F238E27FC236}">
                <a16:creationId xmlns:a16="http://schemas.microsoft.com/office/drawing/2014/main" id="{6E03173A-51A0-E52F-2427-B1E2617BB7D2}"/>
              </a:ext>
            </a:extLst>
          </p:cNvPr>
          <p:cNvSpPr/>
          <p:nvPr/>
        </p:nvSpPr>
        <p:spPr>
          <a:xfrm>
            <a:off x="7726680" y="3840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Split</a:t>
            </a:r>
            <a:endParaRPr lang="en-US" sz="1250" dirty="0">
              <a:solidFill>
                <a:schemeClr val="accent1"/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8599D0A-F0D9-24A0-129F-293C7019B69F}"/>
              </a:ext>
            </a:extLst>
          </p:cNvPr>
          <p:cNvSpPr/>
          <p:nvPr/>
        </p:nvSpPr>
        <p:spPr>
          <a:xfrm>
            <a:off x="7726680" y="41605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4,933 matches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708 matches</a:t>
            </a:r>
            <a:endParaRPr lang="en-US" sz="14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135A32A-944C-6009-1E57-F01E0F4F491F}"/>
              </a:ext>
            </a:extLst>
          </p:cNvPr>
          <p:cNvSpPr/>
          <p:nvPr/>
        </p:nvSpPr>
        <p:spPr>
          <a:xfrm>
            <a:off x="7726680" y="50292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Split: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ODI 3,167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· T20 (incl. IPL) 1,243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· Test 911</a:t>
            </a:r>
          </a:p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· IT20 320</a:t>
            </a:r>
            <a:endParaRPr lang="en-US" sz="16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C5CC9D2D-6661-940B-338D-E9A472DBD59A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4647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1">
            <a:extLst>
              <a:ext uri="{FF2B5EF4-FFF2-40B4-BE49-F238E27FC236}">
                <a16:creationId xmlns:a16="http://schemas.microsoft.com/office/drawing/2014/main" id="{B16B1BEE-A93E-1837-3F03-F4EA61439C78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MATCH OUTCOME PATTERNS</a:t>
            </a:r>
            <a:endParaRPr lang="en-US" sz="2800" dirty="0">
              <a:solidFill>
                <a:schemeClr val="accent1"/>
              </a:solidFill>
            </a:endParaRPr>
          </a:p>
        </p:txBody>
      </p:sp>
      <p:graphicFrame>
        <p:nvGraphicFramePr>
          <p:cNvPr id="37" name="Chart 0">
            <a:extLst>
              <a:ext uri="{FF2B5EF4-FFF2-40B4-BE49-F238E27FC236}">
                <a16:creationId xmlns:a16="http://schemas.microsoft.com/office/drawing/2014/main" id="{70384246-3428-DCFD-5A54-A14EC6391D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660985"/>
              </p:ext>
            </p:extLst>
          </p:nvPr>
        </p:nvGraphicFramePr>
        <p:xfrm>
          <a:off x="502920" y="141732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Text 3">
            <a:extLst>
              <a:ext uri="{FF2B5EF4-FFF2-40B4-BE49-F238E27FC236}">
                <a16:creationId xmlns:a16="http://schemas.microsoft.com/office/drawing/2014/main" id="{63A3D6AF-E8DD-83EC-592E-325767C140DA}"/>
              </a:ext>
            </a:extLst>
          </p:cNvPr>
          <p:cNvSpPr/>
          <p:nvPr/>
        </p:nvSpPr>
        <p:spPr>
          <a:xfrm>
            <a:off x="621792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 ≠ Guaranteed Win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046FD9CA-6447-7186-B178-11E1EADE950D}"/>
              </a:ext>
            </a:extLst>
          </p:cNvPr>
          <p:cNvSpPr/>
          <p:nvPr/>
        </p:nvSpPr>
        <p:spPr>
          <a:xfrm>
            <a:off x="6217920" y="20116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winner won 2,692 matches vs. lost 2,585 — only a slight edge (~51%)</a:t>
            </a:r>
            <a:endParaRPr lang="en-US" sz="12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67DCB89F-1BD6-46AF-3DA4-372885F11CB1}"/>
              </a:ext>
            </a:extLst>
          </p:cNvPr>
          <p:cNvSpPr/>
          <p:nvPr/>
        </p:nvSpPr>
        <p:spPr>
          <a:xfrm>
            <a:off x="621792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Dominant Wins (100+ runs)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45AD87AF-8D2B-CC9A-B908-EE4DD913835A}"/>
              </a:ext>
            </a:extLst>
          </p:cNvPr>
          <p:cNvSpPr/>
          <p:nvPr/>
        </p:nvSpPr>
        <p:spPr>
          <a:xfrm>
            <a:off x="6217920" y="3429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leads with 127 such wins, ahead of India (112) and South Africa (107</a:t>
            </a: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2D48F574-576C-9F4B-6DFD-8965AAA834E8}"/>
              </a:ext>
            </a:extLst>
          </p:cNvPr>
          <p:cNvSpPr/>
          <p:nvPr/>
        </p:nvSpPr>
        <p:spPr>
          <a:xfrm>
            <a:off x="621792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Dominant Wins (10 </a:t>
            </a: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wickets</a:t>
            </a: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0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FEC47C18-ED06-D254-291D-BD79CFFBE845}"/>
              </a:ext>
            </a:extLst>
          </p:cNvPr>
          <p:cNvSpPr/>
          <p:nvPr/>
        </p:nvSpPr>
        <p:spPr>
          <a:xfrm>
            <a:off x="6217920" y="48463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leads with 15 ten-wicket victories</a:t>
            </a:r>
            <a:endParaRPr lang="en-US" sz="12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FFCA5664-FC88-99BD-1C86-8EF0DD5DA851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7418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970D2D-0FCE-7287-BDB7-8D109B015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262" y="589878"/>
            <a:ext cx="105156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DISTRIBUTION OF MATCH TYPES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354A676-81F5-B70B-AAA3-AE50BB536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32" t="32580" r="25484" b="11101"/>
          <a:stretch>
            <a:fillRect/>
          </a:stretch>
        </p:blipFill>
        <p:spPr>
          <a:xfrm>
            <a:off x="255638" y="1511704"/>
            <a:ext cx="6374505" cy="39746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2AF6D9-4D3E-85F2-B0D9-62C5DAB85543}"/>
              </a:ext>
            </a:extLst>
          </p:cNvPr>
          <p:cNvSpPr txBox="1"/>
          <p:nvPr/>
        </p:nvSpPr>
        <p:spPr>
          <a:xfrm>
            <a:off x="6921910" y="2113935"/>
            <a:ext cx="50144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dataset contains four match formats: </a:t>
            </a:r>
            <a:r>
              <a:rPr lang="en-IN" b="1" dirty="0"/>
              <a:t>ODI, T20, Test, and IT20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ODI</a:t>
            </a:r>
            <a:r>
              <a:rPr lang="en-IN" dirty="0"/>
              <a:t> has the highest number of matches in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T20</a:t>
            </a:r>
            <a:r>
              <a:rPr lang="en-IN" dirty="0"/>
              <a:t> is the second most frequently played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Test</a:t>
            </a:r>
            <a:r>
              <a:rPr lang="en-IN" dirty="0"/>
              <a:t> matches have a moderate count.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IT20</a:t>
            </a:r>
            <a:r>
              <a:rPr lang="en-IN" dirty="0"/>
              <a:t> has the lowest number of matches.</a:t>
            </a:r>
          </a:p>
        </p:txBody>
      </p:sp>
    </p:spTree>
    <p:extLst>
      <p:ext uri="{BB962C8B-B14F-4D97-AF65-F5344CB8AC3E}">
        <p14:creationId xmlns:p14="http://schemas.microsoft.com/office/powerpoint/2010/main" val="42725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5A3C9D-CA63-F0E8-1959-911A03566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15540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– TOSS DECISION vs MATCH WINS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C10DA3C5-841A-647E-FFE2-2A29EFEB9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272" t="28996" r="19511" b="9038"/>
          <a:stretch>
            <a:fillRect/>
          </a:stretch>
        </p:blipFill>
        <p:spPr>
          <a:xfrm>
            <a:off x="688259" y="1519168"/>
            <a:ext cx="6246058" cy="39377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78E6D7-DDA4-3258-751B-A867D91A1DD3}"/>
              </a:ext>
            </a:extLst>
          </p:cNvPr>
          <p:cNvSpPr txBox="1"/>
          <p:nvPr/>
        </p:nvSpPr>
        <p:spPr>
          <a:xfrm>
            <a:off x="7086141" y="2333873"/>
            <a:ext cx="47391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matches ended as </a:t>
            </a:r>
            <a:r>
              <a:rPr lang="en-IN" b="1" dirty="0"/>
              <a:t>completed matches</a:t>
            </a:r>
            <a:r>
              <a:rPr lang="en-IN" dirty="0"/>
              <a:t> regardless of the toss decision.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Teams </a:t>
            </a:r>
            <a:r>
              <a:rPr lang="en-IN" b="1" dirty="0"/>
              <a:t>preferred to field first</a:t>
            </a:r>
            <a:r>
              <a:rPr lang="en-IN" dirty="0"/>
              <a:t> after winning the toss.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number of </a:t>
            </a:r>
            <a:r>
              <a:rPr lang="en-IN" b="1" dirty="0"/>
              <a:t>No Result</a:t>
            </a:r>
            <a:r>
              <a:rPr lang="en-IN" dirty="0"/>
              <a:t> matches was very low.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Choosing to </a:t>
            </a:r>
            <a:r>
              <a:rPr lang="en-IN" b="1" dirty="0"/>
              <a:t>field first</a:t>
            </a:r>
            <a:r>
              <a:rPr lang="en-IN" dirty="0"/>
              <a:t> was slightly more common than batting first.</a:t>
            </a:r>
          </a:p>
        </p:txBody>
      </p:sp>
    </p:spTree>
    <p:extLst>
      <p:ext uri="{BB962C8B-B14F-4D97-AF65-F5344CB8AC3E}">
        <p14:creationId xmlns:p14="http://schemas.microsoft.com/office/powerpoint/2010/main" val="107653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D6A6DC-47A2-40D5-F326-A80C43876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8455" y="542163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CORRELATION HEATMAP 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9B8D8AF-EFD8-A87C-30A0-F2E803CB8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472" t="25154" r="23111" b="3442"/>
          <a:stretch>
            <a:fillRect/>
          </a:stretch>
        </p:blipFill>
        <p:spPr>
          <a:xfrm>
            <a:off x="438016" y="1698523"/>
            <a:ext cx="4937291" cy="3719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30A7DC-B8E2-C126-B1F8-486E9106EC65}"/>
              </a:ext>
            </a:extLst>
          </p:cNvPr>
          <p:cNvSpPr txBox="1"/>
          <p:nvPr/>
        </p:nvSpPr>
        <p:spPr>
          <a:xfrm>
            <a:off x="5935746" y="217897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Runs by batter</a:t>
            </a:r>
            <a:r>
              <a:rPr lang="en-IN" dirty="0"/>
              <a:t> and </a:t>
            </a:r>
            <a:r>
              <a:rPr lang="en-IN" b="1" dirty="0"/>
              <a:t>total runs</a:t>
            </a:r>
            <a:r>
              <a:rPr lang="en-IN" dirty="0"/>
              <a:t> have a very strong positive correlation (</a:t>
            </a:r>
            <a:r>
              <a:rPr lang="en-IN" b="1" dirty="0"/>
              <a:t>0.97</a:t>
            </a:r>
            <a:r>
              <a:rPr lang="en-IN" dirty="0"/>
              <a:t>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Extras</a:t>
            </a:r>
            <a:r>
              <a:rPr lang="en-IN" dirty="0"/>
              <a:t> have only a weak positive correlation with total runs (</a:t>
            </a:r>
            <a:r>
              <a:rPr lang="en-IN" b="1" dirty="0"/>
              <a:t>0.15</a:t>
            </a:r>
            <a:r>
              <a:rPr lang="en-IN" dirty="0"/>
              <a:t>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Variables such as innings, over number, and wickets show very weak correlations.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 strong multicollinearity is observed among most variables. </a:t>
            </a:r>
          </a:p>
        </p:txBody>
      </p:sp>
    </p:spTree>
    <p:extLst>
      <p:ext uri="{BB962C8B-B14F-4D97-AF65-F5344CB8AC3E}">
        <p14:creationId xmlns:p14="http://schemas.microsoft.com/office/powerpoint/2010/main" val="412583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1B452C-551C-69AB-9508-47EACA20F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151" y="374552"/>
            <a:ext cx="10515600" cy="78494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CD5D2012-BF37-8647-37A6-F58B7A91D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112" t="26963" r="26352" b="18130"/>
          <a:stretch>
            <a:fillRect/>
          </a:stretch>
        </p:blipFill>
        <p:spPr>
          <a:xfrm>
            <a:off x="678426" y="1877777"/>
            <a:ext cx="6025023" cy="3697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597F93-08DB-AB2D-1BDB-9E62461EE37D}"/>
              </a:ext>
            </a:extLst>
          </p:cNvPr>
          <p:cNvSpPr txBox="1"/>
          <p:nvPr/>
        </p:nvSpPr>
        <p:spPr>
          <a:xfrm>
            <a:off x="7114576" y="2800948"/>
            <a:ext cx="45031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deliveries resulted in </a:t>
            </a:r>
            <a:r>
              <a:rPr lang="en-IN" b="1" dirty="0"/>
              <a:t>0 or 1 run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few deliveries recorded </a:t>
            </a:r>
            <a:r>
              <a:rPr lang="en-IN" b="1" dirty="0"/>
              <a:t>4, 5, 6, 7, and 8 runs</a:t>
            </a:r>
            <a:r>
              <a:rPr lang="en-IN" dirty="0"/>
              <a:t>, which appear as outliers.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These extreme values represent </a:t>
            </a:r>
            <a:r>
              <a:rPr lang="en-IN" b="1" dirty="0"/>
              <a:t>actual cricket events</a:t>
            </a:r>
            <a:r>
              <a:rPr lang="en-IN" dirty="0"/>
              <a:t>, not data errors.</a:t>
            </a:r>
          </a:p>
        </p:txBody>
      </p:sp>
    </p:spTree>
    <p:extLst>
      <p:ext uri="{BB962C8B-B14F-4D97-AF65-F5344CB8AC3E}">
        <p14:creationId xmlns:p14="http://schemas.microsoft.com/office/powerpoint/2010/main" val="1588554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4D5024BC-1ED9-A4DE-AE30-0BAFAD1F8F3B}"/>
              </a:ext>
            </a:extLst>
          </p:cNvPr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KEY BUSINESS INSIGHTS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004C728-2459-D1EE-DC72-DD10AB2BF328}"/>
              </a:ext>
            </a:extLst>
          </p:cNvPr>
          <p:cNvSpPr/>
          <p:nvPr/>
        </p:nvSpPr>
        <p:spPr>
          <a:xfrm>
            <a:off x="502920" y="146304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4EDFFA5-A8A3-CC78-9791-EC99E0681316}"/>
              </a:ext>
            </a:extLst>
          </p:cNvPr>
          <p:cNvSpPr/>
          <p:nvPr/>
        </p:nvSpPr>
        <p:spPr>
          <a:xfrm>
            <a:off x="66751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5B8E54C-54D5-8763-983F-782D3917A588}"/>
              </a:ext>
            </a:extLst>
          </p:cNvPr>
          <p:cNvSpPr/>
          <p:nvPr/>
        </p:nvSpPr>
        <p:spPr>
          <a:xfrm>
            <a:off x="1280160" y="1463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 is the most frequently played match format in the dataset</a:t>
            </a:r>
            <a:endParaRPr lang="en-US" sz="14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BB4E13C9-FCB5-C4AC-8FA5-E758AF79BFE7}"/>
              </a:ext>
            </a:extLst>
          </p:cNvPr>
          <p:cNvSpPr/>
          <p:nvPr/>
        </p:nvSpPr>
        <p:spPr>
          <a:xfrm>
            <a:off x="6126480" y="146304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518835C8-4535-73AA-BA59-9F7C81EA97E5}"/>
              </a:ext>
            </a:extLst>
          </p:cNvPr>
          <p:cNvSpPr/>
          <p:nvPr/>
        </p:nvSpPr>
        <p:spPr>
          <a:xfrm>
            <a:off x="629107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46E0C3A-66B0-1A04-9809-1D7E5531944C}"/>
              </a:ext>
            </a:extLst>
          </p:cNvPr>
          <p:cNvSpPr/>
          <p:nvPr/>
        </p:nvSpPr>
        <p:spPr>
          <a:xfrm>
            <a:off x="6903720" y="1463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r>
              <a:rPr lang="en-US" sz="12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accounts for the majority of recorded matches</a:t>
            </a:r>
            <a:endParaRPr lang="en-US" sz="12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320EFF41-E4BE-BEBA-A811-6CAA00DD8311}"/>
              </a:ext>
            </a:extLst>
          </p:cNvPr>
          <p:cNvSpPr/>
          <p:nvPr/>
        </p:nvSpPr>
        <p:spPr>
          <a:xfrm>
            <a:off x="502920" y="2395728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7D7702DA-8C93-0A7C-9353-B123692889A5}"/>
              </a:ext>
            </a:extLst>
          </p:cNvPr>
          <p:cNvSpPr/>
          <p:nvPr/>
        </p:nvSpPr>
        <p:spPr>
          <a:xfrm>
            <a:off x="66751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83EA48B2-DA71-F73B-5DE4-36F47CFEED00}"/>
              </a:ext>
            </a:extLst>
          </p:cNvPr>
          <p:cNvSpPr/>
          <p:nvPr/>
        </p:nvSpPr>
        <p:spPr>
          <a:xfrm>
            <a:off x="1280160" y="23957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has hosted the highest number of matches among cities</a:t>
            </a:r>
            <a:endParaRPr lang="en-US" sz="14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619C19C7-5491-3E03-E434-D6765AF5A3D2}"/>
              </a:ext>
            </a:extLst>
          </p:cNvPr>
          <p:cNvSpPr/>
          <p:nvPr/>
        </p:nvSpPr>
        <p:spPr>
          <a:xfrm>
            <a:off x="6126480" y="2395728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F281EC8-ABE2-B6BC-F875-54BBCD7A8B4F}"/>
              </a:ext>
            </a:extLst>
          </p:cNvPr>
          <p:cNvSpPr/>
          <p:nvPr/>
        </p:nvSpPr>
        <p:spPr>
          <a:xfrm>
            <a:off x="629107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32399070-76F7-71E5-E6D1-95E5A3220427}"/>
              </a:ext>
            </a:extLst>
          </p:cNvPr>
          <p:cNvSpPr/>
          <p:nvPr/>
        </p:nvSpPr>
        <p:spPr>
          <a:xfrm>
            <a:off x="6903720" y="23957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Harare Sports Club is the single most-used venue</a:t>
            </a:r>
            <a:endParaRPr lang="en-US" sz="14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8F8546E0-533A-9ABE-181C-04DDD6258884}"/>
              </a:ext>
            </a:extLst>
          </p:cNvPr>
          <p:cNvSpPr/>
          <p:nvPr/>
        </p:nvSpPr>
        <p:spPr>
          <a:xfrm>
            <a:off x="502920" y="3328416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90B6B751-8FC0-1F21-953F-FE4B0E09D4B0}"/>
              </a:ext>
            </a:extLst>
          </p:cNvPr>
          <p:cNvSpPr/>
          <p:nvPr/>
        </p:nvSpPr>
        <p:spPr>
          <a:xfrm>
            <a:off x="667512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FC8552F0-6850-E0C7-A0DB-29206BBD897F}"/>
              </a:ext>
            </a:extLst>
          </p:cNvPr>
          <p:cNvSpPr/>
          <p:nvPr/>
        </p:nvSpPr>
        <p:spPr>
          <a:xfrm>
            <a:off x="1280160" y="33284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has won the most matches of any team</a:t>
            </a:r>
            <a:endParaRPr lang="en-US" sz="14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5CDEFD3A-03D6-E3C2-B987-FB34E4EE037B}"/>
              </a:ext>
            </a:extLst>
          </p:cNvPr>
          <p:cNvSpPr/>
          <p:nvPr/>
        </p:nvSpPr>
        <p:spPr>
          <a:xfrm>
            <a:off x="6126480" y="3328416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64665591-013C-8DD2-5D3B-1AAF589FAF4E}"/>
              </a:ext>
            </a:extLst>
          </p:cNvPr>
          <p:cNvSpPr/>
          <p:nvPr/>
        </p:nvSpPr>
        <p:spPr>
          <a:xfrm>
            <a:off x="6291072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C387BDA8-71E8-77C4-8490-BE0CD85FAF36}"/>
              </a:ext>
            </a:extLst>
          </p:cNvPr>
          <p:cNvSpPr/>
          <p:nvPr/>
        </p:nvSpPr>
        <p:spPr>
          <a:xfrm>
            <a:off x="6903720" y="33284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Virat Kohli is the highest run scorer among all batters</a:t>
            </a:r>
            <a:endParaRPr lang="en-US" sz="1400" dirty="0"/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57B014C8-52FF-61DA-A5CC-2940BCB885C9}"/>
              </a:ext>
            </a:extLst>
          </p:cNvPr>
          <p:cNvSpPr/>
          <p:nvPr/>
        </p:nvSpPr>
        <p:spPr>
          <a:xfrm>
            <a:off x="502920" y="4261104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27EB9906-48F9-0C51-9FB7-BE7570D7032E}"/>
              </a:ext>
            </a:extLst>
          </p:cNvPr>
          <p:cNvSpPr/>
          <p:nvPr/>
        </p:nvSpPr>
        <p:spPr>
          <a:xfrm>
            <a:off x="66751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7B1257B5-5DC7-A578-87B3-9801CE78E351}"/>
              </a:ext>
            </a:extLst>
          </p:cNvPr>
          <p:cNvSpPr/>
          <p:nvPr/>
        </p:nvSpPr>
        <p:spPr>
          <a:xfrm>
            <a:off x="1280160" y="426110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r>
              <a:rPr lang="en-US" sz="11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has taken the most wickets in the dataset</a:t>
            </a:r>
            <a:endParaRPr lang="en-US" sz="1150" dirty="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CAB6D289-4B44-D92F-FF12-402A13D1CD0A}"/>
              </a:ext>
            </a:extLst>
          </p:cNvPr>
          <p:cNvSpPr/>
          <p:nvPr/>
        </p:nvSpPr>
        <p:spPr>
          <a:xfrm>
            <a:off x="6126480" y="4261104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28D22453-78F0-332B-8479-FDC92C8D5FF0}"/>
              </a:ext>
            </a:extLst>
          </p:cNvPr>
          <p:cNvSpPr/>
          <p:nvPr/>
        </p:nvSpPr>
        <p:spPr>
          <a:xfrm>
            <a:off x="629107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A23B6E1B-2130-FC9D-0065-2F08E764DF00}"/>
              </a:ext>
            </a:extLst>
          </p:cNvPr>
          <p:cNvSpPr/>
          <p:nvPr/>
        </p:nvSpPr>
        <p:spPr>
          <a:xfrm>
            <a:off x="6903720" y="426110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balls (0 runs) are the most common outcome for a delivery</a:t>
            </a:r>
            <a:endParaRPr lang="en-US" sz="1400" dirty="0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9A2561A2-6CE1-44C3-EC96-479F44488D8C}"/>
              </a:ext>
            </a:extLst>
          </p:cNvPr>
          <p:cNvSpPr/>
          <p:nvPr/>
        </p:nvSpPr>
        <p:spPr>
          <a:xfrm>
            <a:off x="502920" y="5193792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35">
            <a:extLst>
              <a:ext uri="{FF2B5EF4-FFF2-40B4-BE49-F238E27FC236}">
                <a16:creationId xmlns:a16="http://schemas.microsoft.com/office/drawing/2014/main" id="{9B3401E2-C1F2-5841-07FE-69B8C53E3EEE}"/>
              </a:ext>
            </a:extLst>
          </p:cNvPr>
          <p:cNvSpPr/>
          <p:nvPr/>
        </p:nvSpPr>
        <p:spPr>
          <a:xfrm>
            <a:off x="66751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3B2031A5-16AA-40B6-1993-56925F101314}"/>
              </a:ext>
            </a:extLst>
          </p:cNvPr>
          <p:cNvSpPr/>
          <p:nvPr/>
        </p:nvSpPr>
        <p:spPr>
          <a:xfrm>
            <a:off x="1280160" y="51937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r>
              <a:rPr lang="en-US" sz="11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 field slightly more often after winning the toss</a:t>
            </a:r>
            <a:endParaRPr lang="en-US" sz="1100" dirty="0"/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95944830-3D8D-E28D-FB7B-1AFE95EF112D}"/>
              </a:ext>
            </a:extLst>
          </p:cNvPr>
          <p:cNvSpPr/>
          <p:nvPr/>
        </p:nvSpPr>
        <p:spPr>
          <a:xfrm>
            <a:off x="6126480" y="5193792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EE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E47D1E94-72FB-17F7-5385-9ABFC9453BC7}"/>
              </a:ext>
            </a:extLst>
          </p:cNvPr>
          <p:cNvSpPr/>
          <p:nvPr/>
        </p:nvSpPr>
        <p:spPr>
          <a:xfrm>
            <a:off x="629107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8" name="Text 40">
            <a:extLst>
              <a:ext uri="{FF2B5EF4-FFF2-40B4-BE49-F238E27FC236}">
                <a16:creationId xmlns:a16="http://schemas.microsoft.com/office/drawing/2014/main" id="{0EBAF09F-C695-1178-BE53-28B96093E37F}"/>
              </a:ext>
            </a:extLst>
          </p:cNvPr>
          <p:cNvSpPr/>
          <p:nvPr/>
        </p:nvSpPr>
        <p:spPr>
          <a:xfrm>
            <a:off x="6903720" y="51937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activity has generally increased over time, with a dip around 2020</a:t>
            </a:r>
            <a:endParaRPr lang="en-US" sz="1400" dirty="0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C4CDBB67-FF2B-5FCA-C85E-1D005E159D69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1239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CB731471-F46B-D329-6780-3939B9E780B6}"/>
              </a:ext>
            </a:extLst>
          </p:cNvPr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3DF4079-C7A3-F95E-A1AB-9F51B63D09A3}"/>
              </a:ext>
            </a:extLst>
          </p:cNvPr>
          <p:cNvSpPr/>
          <p:nvPr/>
        </p:nvSpPr>
        <p:spPr>
          <a:xfrm>
            <a:off x="1107096" y="1139983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r>
              <a:rPr lang="en-US" sz="14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navigation only (buttons to jump into each report) — no charts or KPIs there. The 3 pages below are where all the analysis lives</a:t>
            </a:r>
            <a:r>
              <a:rPr lang="en-US" sz="12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57940AFE-A141-DD93-4AD9-C05118E29BAF}"/>
              </a:ext>
            </a:extLst>
          </p:cNvPr>
          <p:cNvSpPr/>
          <p:nvPr/>
        </p:nvSpPr>
        <p:spPr>
          <a:xfrm>
            <a:off x="1331779" y="1726839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ODI PAGE</a:t>
            </a:r>
            <a:endParaRPr lang="en-US" sz="15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A1BD1E3-CD53-9530-16AF-8C026B4E694B}"/>
              </a:ext>
            </a:extLst>
          </p:cNvPr>
          <p:cNvSpPr/>
          <p:nvPr/>
        </p:nvSpPr>
        <p:spPr>
          <a:xfrm>
            <a:off x="1341121" y="1861787"/>
            <a:ext cx="3154680" cy="366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Top 5 Batsmen by Runs
• Top 5 Bowlers by Wickets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5 Teams by Wins Across Venues
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Played, Total Runs, 4s, 6s, 100s, 50s
• Overs Bowled, Wickets Taken, Economy Rate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Batsman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Bowler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C9C6C3E-5717-252E-D37D-C770F0853065}"/>
              </a:ext>
            </a:extLst>
          </p:cNvPr>
          <p:cNvSpPr/>
          <p:nvPr/>
        </p:nvSpPr>
        <p:spPr>
          <a:xfrm>
            <a:off x="4367983" y="17061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TEST PAGE</a:t>
            </a:r>
            <a:endParaRPr lang="en-US" sz="15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CAB787E-B5FA-5C7A-913E-818EFE0E7DF8}"/>
              </a:ext>
            </a:extLst>
          </p:cNvPr>
          <p:cNvSpPr/>
          <p:nvPr/>
        </p:nvSpPr>
        <p:spPr>
          <a:xfrm>
            <a:off x="4413703" y="2209112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5 Batsmen by Runs
• Top 5 Bowlers by Wickets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Top 5 Teams by Wins Across Venues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Played, Total Runs, 4s, 6s, 100s, 50s
• Overs Bowled, Wickets Taken, Economy Rate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 Batsman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Bowler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Match Type</a:t>
            </a:r>
            <a:endParaRPr lang="en-US" sz="10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49D51555-F75C-4E48-A5B9-BEE492E9FFE0}"/>
              </a:ext>
            </a:extLst>
          </p:cNvPr>
          <p:cNvSpPr/>
          <p:nvPr/>
        </p:nvSpPr>
        <p:spPr>
          <a:xfrm>
            <a:off x="8183880" y="1648919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IPL PAGE</a:t>
            </a:r>
            <a:endParaRPr lang="en-US" sz="15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63C96E54-F7E5-D083-7449-36E186B9A581}"/>
              </a:ext>
            </a:extLst>
          </p:cNvPr>
          <p:cNvSpPr/>
          <p:nvPr/>
        </p:nvSpPr>
        <p:spPr>
          <a:xfrm>
            <a:off x="8229600" y="2193269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5 Batsmen by Runs
• Top 5 Bowlers by Wickets
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 5 Teams by Wins Across Venues
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Played, Total Runs, 4s, 6s, 100s, 50s
• Overs Bowled, Wickets Taken, Economy Rate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 Batsman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Bowler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Match Type</a:t>
            </a:r>
            <a:endParaRPr lang="en-US" sz="10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C31A9C38-B7DF-4DC0-5F31-8CBF499DA952}"/>
              </a:ext>
            </a:extLst>
          </p:cNvPr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7669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>
            <a:extLst>
              <a:ext uri="{FF2B5EF4-FFF2-40B4-BE49-F238E27FC236}">
                <a16:creationId xmlns:a16="http://schemas.microsoft.com/office/drawing/2014/main" id="{01A56EC7-E70C-7550-BD6D-F62B0F471516}"/>
              </a:ext>
            </a:extLst>
          </p:cNvPr>
          <p:cNvSpPr/>
          <p:nvPr/>
        </p:nvSpPr>
        <p:spPr>
          <a:xfrm>
            <a:off x="1188720" y="4892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>
              <a:solidFill>
                <a:schemeClr val="accent1"/>
              </a:solidFill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AC8CE9E9-94A7-93CC-2A56-C7B1AC624CCF}"/>
              </a:ext>
            </a:extLst>
          </p:cNvPr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A5922798-1853-D686-372D-F23427B49919}"/>
              </a:ext>
            </a:extLst>
          </p:cNvPr>
          <p:cNvSpPr/>
          <p:nvPr/>
        </p:nvSpPr>
        <p:spPr>
          <a:xfrm>
            <a:off x="1188720" y="1371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automated with Selenium across 4 match formats</a:t>
            </a:r>
            <a:endParaRPr lang="en-US" sz="15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07E41D5-8D4F-8F05-E0E9-7882327740D3}"/>
              </a:ext>
            </a:extLst>
          </p:cNvPr>
          <p:cNvSpPr/>
          <p:nvPr/>
        </p:nvSpPr>
        <p:spPr>
          <a:xfrm>
            <a:off x="6400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D48BC47A-C3FD-2D95-3750-E049752749B8}"/>
              </a:ext>
            </a:extLst>
          </p:cNvPr>
          <p:cNvSpPr/>
          <p:nvPr/>
        </p:nvSpPr>
        <p:spPr>
          <a:xfrm>
            <a:off x="1188720" y="19933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5,641 matches &amp; 3,799,833 deliveries parsed into a clean SQLite database</a:t>
            </a:r>
            <a:endParaRPr lang="en-US" sz="15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9E6C1006-9652-8715-38BF-9E6AEFFDE303}"/>
              </a:ext>
            </a:extLst>
          </p:cNvPr>
          <p:cNvSpPr/>
          <p:nvPr/>
        </p:nvSpPr>
        <p:spPr>
          <a:xfrm>
            <a:off x="64008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44391F85-5CC8-7164-4CE9-0B83FABF4BCD}"/>
              </a:ext>
            </a:extLst>
          </p:cNvPr>
          <p:cNvSpPr/>
          <p:nvPr/>
        </p:nvSpPr>
        <p:spPr>
          <a:xfrm>
            <a:off x="1188720" y="261518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 SQL queries deliver player, team, venue &amp; outcome insights</a:t>
            </a:r>
            <a:endParaRPr lang="en-US" sz="15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42184E9A-A153-2FC4-6438-06106ACF475C}"/>
              </a:ext>
            </a:extLst>
          </p:cNvPr>
          <p:cNvSpPr/>
          <p:nvPr/>
        </p:nvSpPr>
        <p:spPr>
          <a:xfrm>
            <a:off x="64008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C1CD89DF-9EF4-C6F0-5AC4-FE63ABC57231}"/>
              </a:ext>
            </a:extLst>
          </p:cNvPr>
          <p:cNvSpPr/>
          <p:nvPr/>
        </p:nvSpPr>
        <p:spPr>
          <a:xfrm>
            <a:off x="1188720" y="32369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— 10+ visualizations covering trends, distributions &amp; correlations</a:t>
            </a:r>
            <a:endParaRPr lang="en-US" sz="15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4FBFADAC-6043-D7FB-F68B-2826A138D1F6}"/>
              </a:ext>
            </a:extLst>
          </p:cNvPr>
          <p:cNvSpPr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ADFB22E9-6A01-99A7-FBA0-EA50DEDF454B}"/>
              </a:ext>
            </a:extLst>
          </p:cNvPr>
          <p:cNvSpPr/>
          <p:nvPr/>
        </p:nvSpPr>
        <p:spPr>
          <a:xfrm>
            <a:off x="1188720" y="38587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4-page interactive report (Home, ODI, TEST, IPL)</a:t>
            </a:r>
            <a:endParaRPr lang="en-US" sz="15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9B7FBCA6-5A08-90C4-09D3-7C03A3815F58}"/>
              </a:ext>
            </a:extLst>
          </p:cNvPr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962BB2C8-54A2-F2A9-FB73-5CECBC78B78E}"/>
              </a:ext>
            </a:extLst>
          </p:cNvPr>
          <p:cNvSpPr/>
          <p:nvPr/>
        </p:nvSpPr>
        <p:spPr>
          <a:xfrm>
            <a:off x="1188720" y="4480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exported to CSV and connected end-to-end for reporting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9909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1268</Words>
  <Application>Microsoft Office PowerPoint</Application>
  <PresentationFormat>Widescreen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WORK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UNIVARIATE ANALYSIS – DISTRIBUTION OF MATCH TYPES</vt:lpstr>
      <vt:lpstr>BIVARIATE ANALYSIS – TOSS DECISION vs MATCH WINS</vt:lpstr>
      <vt:lpstr>MULTIVARIATE ANALYSIS – CORRELATION HEATMAP </vt:lpstr>
      <vt:lpstr>OUTLIER DETECTION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subiksha bala</dc:creator>
  <cp:lastModifiedBy>logesh kumar</cp:lastModifiedBy>
  <cp:revision>2</cp:revision>
  <dcterms:created xsi:type="dcterms:W3CDTF">2026-08-02T04:22:02Z</dcterms:created>
  <dcterms:modified xsi:type="dcterms:W3CDTF">2026-08-02T11:42:52Z</dcterms:modified>
</cp:coreProperties>
</file>